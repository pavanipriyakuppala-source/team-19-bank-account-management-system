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notesSlides/notesSlide3.xml" ContentType="application/vnd.openxmlformats-officedocument.presentationml.notesSlide+xml"/>
  <Override PartName="/ppt/ink/ink9.xml" ContentType="application/inkml+xml"/>
  <Override PartName="/ppt/ink/ink10.xml" ContentType="application/inkml+xml"/>
  <Override PartName="/ppt/notesSlides/notesSlide4.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notesSlides/notesSlide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6.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5"/>
  </p:notesMasterIdLst>
  <p:sldIdLst>
    <p:sldId id="256" r:id="rId5"/>
    <p:sldId id="288" r:id="rId6"/>
    <p:sldId id="257" r:id="rId7"/>
    <p:sldId id="281" r:id="rId8"/>
    <p:sldId id="258" r:id="rId9"/>
    <p:sldId id="261" r:id="rId10"/>
    <p:sldId id="286" r:id="rId11"/>
    <p:sldId id="276" r:id="rId12"/>
    <p:sldId id="293" r:id="rId13"/>
    <p:sldId id="289" r:id="rId14"/>
    <p:sldId id="290" r:id="rId15"/>
    <p:sldId id="292" r:id="rId16"/>
    <p:sldId id="291" r:id="rId17"/>
    <p:sldId id="294" r:id="rId18"/>
    <p:sldId id="295" r:id="rId19"/>
    <p:sldId id="296" r:id="rId20"/>
    <p:sldId id="297" r:id="rId21"/>
    <p:sldId id="282" r:id="rId22"/>
    <p:sldId id="283" r:id="rId23"/>
    <p:sldId id="279" r:id="rId24"/>
  </p:sldIdLst>
  <p:sldSz cx="12192000" cy="6858000"/>
  <p:notesSz cx="6858000" cy="12192000"/>
  <p:embeddedFontLst>
    <p:embeddedFont>
      <p:font typeface="Arial Black" panose="020B0604020202020204" pitchFamily="34" charset="0"/>
      <p:bold r:id="rId26"/>
    </p:embeddedFont>
    <p:embeddedFont>
      <p:font typeface="Barlow Bold" panose="020B0604020202020204" pitchFamily="34" charset="0"/>
      <p:regular r:id="rId27"/>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onsolas" panose="020B0609020204030204" pitchFamily="49"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Montserrat" pitchFamily="2" charset="0"/>
      <p:regular r:id="rId45"/>
      <p:bold r:id="rId46"/>
      <p:italic r:id="rId47"/>
      <p:boldItalic r:id="rId48"/>
    </p:embeddedFont>
    <p:embeddedFont>
      <p:font typeface="Montserrat Bold" pitchFamily="2" charset="0"/>
      <p:regular r:id="rId49"/>
      <p:bold r:id="rId50"/>
    </p:embeddedFont>
    <p:embeddedFont>
      <p:font typeface="Platypi Medium" pitchFamily="2" charset="0"/>
      <p:regular r:id="rId51"/>
    </p:embeddedFont>
    <p:embeddedFont>
      <p:font typeface="Poppins" pitchFamily="2" charset="0"/>
      <p:regular r:id="rId52"/>
      <p:bold r:id="rId53"/>
      <p:italic r:id="rId54"/>
      <p:boldItalic r:id="rId55"/>
    </p:embeddedFont>
    <p:embeddedFont>
      <p:font typeface="Poppins SemiBold" pitchFamily="2" charset="0"/>
      <p:bold r:id="rId56"/>
      <p:boldItalic r:id="rId57"/>
    </p:embeddedFont>
    <p:embeddedFont>
      <p:font typeface="Source Serif 4" panose="02040603050405020204" pitchFamily="18" charset="0"/>
      <p:regular r:id="rId5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font" Target="fonts/font1.fntdata" /><Relationship Id="rId39" Type="http://schemas.openxmlformats.org/officeDocument/2006/relationships/font" Target="fonts/font14.fntdata" /><Relationship Id="rId21" Type="http://schemas.openxmlformats.org/officeDocument/2006/relationships/slide" Target="slides/slide17.xml" /><Relationship Id="rId34" Type="http://schemas.openxmlformats.org/officeDocument/2006/relationships/font" Target="fonts/font9.fntdata" /><Relationship Id="rId42" Type="http://schemas.openxmlformats.org/officeDocument/2006/relationships/font" Target="fonts/font17.fntdata" /><Relationship Id="rId47" Type="http://schemas.openxmlformats.org/officeDocument/2006/relationships/font" Target="fonts/font22.fntdata" /><Relationship Id="rId50" Type="http://schemas.openxmlformats.org/officeDocument/2006/relationships/font" Target="fonts/font25.fntdata" /><Relationship Id="rId55" Type="http://schemas.openxmlformats.org/officeDocument/2006/relationships/font" Target="fonts/font30.fntdata" /><Relationship Id="rId7" Type="http://schemas.openxmlformats.org/officeDocument/2006/relationships/slide" Target="slides/slide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font" Target="fonts/font4.fntdata" /><Relationship Id="rId41" Type="http://schemas.openxmlformats.org/officeDocument/2006/relationships/font" Target="fonts/font16.fntdata" /><Relationship Id="rId54" Type="http://schemas.openxmlformats.org/officeDocument/2006/relationships/font" Target="fonts/font29.fntdata" /><Relationship Id="rId62"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font" Target="fonts/font7.fntdata" /><Relationship Id="rId37" Type="http://schemas.openxmlformats.org/officeDocument/2006/relationships/font" Target="fonts/font12.fntdata" /><Relationship Id="rId40" Type="http://schemas.openxmlformats.org/officeDocument/2006/relationships/font" Target="fonts/font15.fntdata" /><Relationship Id="rId45" Type="http://schemas.openxmlformats.org/officeDocument/2006/relationships/font" Target="fonts/font20.fntdata" /><Relationship Id="rId53" Type="http://schemas.openxmlformats.org/officeDocument/2006/relationships/font" Target="fonts/font28.fntdata" /><Relationship Id="rId58" Type="http://schemas.openxmlformats.org/officeDocument/2006/relationships/font" Target="fonts/font33.fntdata"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font" Target="fonts/font3.fntdata" /><Relationship Id="rId36" Type="http://schemas.openxmlformats.org/officeDocument/2006/relationships/font" Target="fonts/font11.fntdata" /><Relationship Id="rId49" Type="http://schemas.openxmlformats.org/officeDocument/2006/relationships/font" Target="fonts/font24.fntdata" /><Relationship Id="rId57" Type="http://schemas.openxmlformats.org/officeDocument/2006/relationships/font" Target="fonts/font32.fntdata" /><Relationship Id="rId61" Type="http://schemas.openxmlformats.org/officeDocument/2006/relationships/theme" Target="theme/theme1.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font" Target="fonts/font6.fntdata" /><Relationship Id="rId44" Type="http://schemas.openxmlformats.org/officeDocument/2006/relationships/font" Target="fonts/font19.fntdata" /><Relationship Id="rId52" Type="http://schemas.openxmlformats.org/officeDocument/2006/relationships/font" Target="fonts/font27.fntdata" /><Relationship Id="rId60"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font" Target="fonts/font2.fntdata" /><Relationship Id="rId30" Type="http://schemas.openxmlformats.org/officeDocument/2006/relationships/font" Target="fonts/font5.fntdata" /><Relationship Id="rId35" Type="http://schemas.openxmlformats.org/officeDocument/2006/relationships/font" Target="fonts/font10.fntdata" /><Relationship Id="rId43" Type="http://schemas.openxmlformats.org/officeDocument/2006/relationships/font" Target="fonts/font18.fntdata" /><Relationship Id="rId48" Type="http://schemas.openxmlformats.org/officeDocument/2006/relationships/font" Target="fonts/font23.fntdata" /><Relationship Id="rId56" Type="http://schemas.openxmlformats.org/officeDocument/2006/relationships/font" Target="fonts/font31.fntdata" /><Relationship Id="rId8" Type="http://schemas.openxmlformats.org/officeDocument/2006/relationships/slide" Target="slides/slide4.xml" /><Relationship Id="rId51" Type="http://schemas.openxmlformats.org/officeDocument/2006/relationships/font" Target="fonts/font26.fntdata" /><Relationship Id="rId3" Type="http://schemas.openxmlformats.org/officeDocument/2006/relationships/customXml" Target="../customXml/item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notesMaster" Target="notesMasters/notesMaster1.xml" /><Relationship Id="rId33" Type="http://schemas.openxmlformats.org/officeDocument/2006/relationships/font" Target="fonts/font8.fntdata" /><Relationship Id="rId38" Type="http://schemas.openxmlformats.org/officeDocument/2006/relationships/font" Target="fonts/font13.fntdata" /><Relationship Id="rId46" Type="http://schemas.openxmlformats.org/officeDocument/2006/relationships/font" Target="fonts/font21.fntdata" /><Relationship Id="rId59" Type="http://schemas.openxmlformats.org/officeDocument/2006/relationships/presProps" Target="presProps.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02.753"/>
    </inkml:context>
    <inkml:brush xml:id="br0">
      <inkml:brushProperty name="width" value="0.35" units="cm"/>
      <inkml:brushProperty name="height" value="0.35" units="cm"/>
      <inkml:brushProperty name="color" value="#FFFFFF"/>
    </inkml:brush>
  </inkml:definitions>
  <inkml:trace contextRef="#ctx0" brushRef="#br0">0 0 17407,'1581'0'0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15.099"/>
    </inkml:context>
    <inkml:brush xml:id="br0">
      <inkml:brushProperty name="width" value="0.35" units="cm"/>
      <inkml:brushProperty name="height" value="0.35" units="cm"/>
      <inkml:brushProperty name="color" value="#FFFFFF"/>
    </inkml:brush>
  </inkml:definitions>
  <inkml:trace contextRef="#ctx0" brushRef="#br0">0 1 15666,'0'376'0,"1873"-376"0,-1873-376 0,-1873 376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22.829"/>
    </inkml:context>
    <inkml:brush xml:id="br0">
      <inkml:brushProperty name="width" value="0.35" units="cm"/>
      <inkml:brushProperty name="height" value="0.35" units="cm"/>
      <inkml:brushProperty name="color" value="#FFFFFF"/>
    </inkml:brush>
  </inkml:definitions>
  <inkml:trace contextRef="#ctx0" brushRef="#br0">2434 31 4915,'50'23'14216,"-48"-20"-13856,1 0-1,-1 0 1,0 0 0,2 5 0,2 5-981,0 1 1,-1 0-1,6 28 0,-4-11 1531,-4-23-1996,-1 1-1,0 0 1,0 0 0,-1 1-1,0-1 1,-1 16 0,-1-20 753,0 0 0,0 0 1,0 0-1,-1 0 0,0 0 1,0 0-1,0 0 1,0-1-1,-1 1 0,0-1 1,0 1-1,0-1 1,-4 5-1,1-3 224,0 0 0,0-1 0,-1 1 0,0-1 0,0 0 0,0-1 0,0 0 0,-1 0 0,1 0-1,-1-1 1,0 0 0,0-1 0,0 0 0,-1 0 0,1-1 0,0 0 0,-1 0 0,1-1 0,-10 0 0,-888-4 960,888 5-759,1 1 0,-1 1 0,-20 5 1,17-3 668,-37 4 0,30-6 943,-35 8 1,38-5 142,-1-2-1,-28 1 0,-190-1-7106,-124-6 11894,176 0-3937,64 2-3713,124 0 995,0 0-1,0 0 1,0 0 0,0 0-1,0-1 1,0 0-1,0 0 1,0 0 0,0 0-1,1 0 1,-1-1-1,0 0 1,1 1-1,-1-1 1,1-1 0,0 1-1,-1 0 1,1-1-1,0 0 1,1 0 0,-1 0-1,0 0 1,1 0-1,0 0 1,-1-1 0,1 1-1,1-1 1,-1 1-1,0-1 1,1 0-1,-1-4 1,-17-46-2609,13 36 3183,1 0-1,1 0 1,1 0-1,0-1 1,1-19-1,0 0-552,1 24 0,0-1 0,1 1 0,0-1 0,1 1 0,1-1 0,6-25 0,-7 38 0,0-1 0,0 1 0,0 0 0,1 0 0,-1 1 0,1-1 0,-1 0 0,1 0 0,-1 1 0,1-1 0,0 1 0,0-1 0,0 1 0,0 0 0,3-2 0,12-4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26.062"/>
    </inkml:context>
    <inkml:brush xml:id="br0">
      <inkml:brushProperty name="width" value="0.35" units="cm"/>
      <inkml:brushProperty name="height" value="0.35" units="cm"/>
      <inkml:brushProperty name="color" value="#FFFFFF"/>
    </inkml:brush>
  </inkml:definitions>
  <inkml:trace contextRef="#ctx0" brushRef="#br0">1359 645 4915,'-67'-6'13450,"-29"-16"-11476,60 12-2314,-48-6 1,38 8 339,1-2 0,-72-26 0,44 12 0,45 16 0,-35-11 0,-65-29 0,115 43 0,0 1 0,0 0 0,0 1 0,-17-2 0,-25-6 0,-137-49-1937,131 45-85,43 12 1919,0-2 1,0 0-1,1 0 1,-31-15-1,43 17 115,1 0 1,0 0-1,-1 0 0,1 0 1,0-1-1,0 1 0,1-1 0,-1 0 1,1 0-1,0-1 0,0 1 1,1-1-1,-1 1 0,1-1 1,0 0-1,0 0 0,0 0 0,1 0 1,0 0-1,0 0 0,-1-8 1,1 7 65,1-1 0,-1 1 0,1 0-1,0-1 1,1 1 0,-1 0 0,1-1 0,1 1 0,-1 0 0,1 0 0,0 0 0,0 0 0,1 0 0,0 1 0,0-1 0,0 1 0,1-1 0,-1 1 0,1 0 0,0 1 0,1-1 0,-1 1 0,1 0 0,0 0 0,0 0 0,1 0 0,10-4 0,-10 4 289,0 0-250,0 0 1,0 0 0,1 1 0,0 0 0,-1 0 0,1 0 0,0 1 0,0 0 0,0 0 0,1 1 0,-1 0 0,0 0 0,13 1 0,-3 5-118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44.621"/>
    </inkml:context>
    <inkml:brush xml:id="br0">
      <inkml:brushProperty name="width" value="0.35" units="cm"/>
      <inkml:brushProperty name="height" value="0.35" units="cm"/>
      <inkml:brushProperty name="color" value="#FFFFFF"/>
    </inkml:brush>
  </inkml:definitions>
  <inkml:trace contextRef="#ctx0" brushRef="#br0">3656 598 4915,'-42'-36'14187,"-29"-12"-13578,8 6-660,15 5 51,19 14 0,-1 1 0,0 2 0,-38-19 0,9 9-3,-62-45 1,74 45-33,24 15-127,5 3 5,-1 0 0,0 1 0,-1 0 0,0 2 0,0 0 0,-35-8-1,-45-1-1582,-1 5 0,-202 0-1,183 13 987,-317 11-3386,-115-2 1464,334-12 2024,209 3 655,-19 1 105,1-1-1,-1-1 1,1-2 0,0-1 0,-39-10 0,33 5 721,-46-7 0,-2 1 879,52 10-758,1 2 1,-1 1-1,0 1 1,-39 4 0,-5-1 143,-275-2-656,334 0-361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47.223"/>
    </inkml:context>
    <inkml:brush xml:id="br0">
      <inkml:brushProperty name="width" value="0.35" units="cm"/>
      <inkml:brushProperty name="height" value="0.35" units="cm"/>
      <inkml:brushProperty name="color" value="#FFFFFF"/>
    </inkml:brush>
  </inkml:definitions>
  <inkml:trace contextRef="#ctx0" brushRef="#br0">1 0 4915,'0'0'0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42.805"/>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57.209"/>
    </inkml:context>
    <inkml:brush xml:id="br0">
      <inkml:brushProperty name="width" value="0.35" units="cm"/>
      <inkml:brushProperty name="height" value="0.35" units="cm"/>
      <inkml:brushProperty name="color" value="#FFFFFF"/>
    </inkml:brush>
  </inkml:definitions>
  <inkml:trace contextRef="#ctx0" brushRef="#br0">2446 570 24575,'1'-5'0,"0"0"0,0 0 0,1 1 0,0-1 0,0 0 0,5-8 0,2-7 0,0-2 0,16-47 0,-24 63 0,1 0 0,-1 0 0,0 0 0,0 0 0,-1 0 0,0 0 0,0 0 0,-1 0 0,-1-8 0,-1 9 0,0 1 0,0 0 0,-1 0 0,1 0 0,-1 0 0,0 1 0,0-1 0,-1 1 0,1 0 0,-1 0 0,-7-3 0,3 1 0,-15-8 0,-1 2 0,-1 0 0,1 2 0,-49-10 0,-77-8 0,28 7 0,88 13 0,-213-39 0,-200-2 0,402 44 0,-84-3 0,-40-4 0,147 8 0,-28-2 0,0-3 0,-57-17 0,77 18 0,-1 1 0,0 2 0,0 0 0,-1 3 0,1 0 0,-38 5 0,26-2 0,22-1 0,-1 0 0,1 1 0,-43 10 0,-18 14 0,79-26 0,0 1 0,0 0 0,0 0 0,0 1 0,0-1 0,0 1 0,0 0 0,-6 4 0,9-4 0,-1 0 0,0 0 0,1 0 0,-1 0 0,1 0 0,0 1 0,0-1 0,0 1 0,0-1 0,0 1 0,0-1 0,1 1 0,-1-1 0,1 1 0,0 3 0,-2 13 0,1 0 0,3 33 0,-2-51 0,0 1 0,0-1 0,0 0 0,0 1 0,-1-1 0,1 0 0,0 1 0,-1-1 0,1 0 0,-1 1 0,1-1 0,-1 0 0,0 0 0,1 0 0,-1 1 0,0-1 0,0 0 0,0 0 0,0 0 0,0 0 0,0 0 0,0-1 0,0 1 0,0 0 0,0 0 0,0-1 0,-3 2 0,-4 1 0,1-1 0,-1 0 0,0 0 0,-8 0 0,-21 8 0,37-10 0,0 0 0,0 0 0,0 0 0,0 0 0,-1 0 0,1 0 0,0 0 0,0 0 0,0 0 0,0 0 0,0 0 0,0 0 0,0 0 0,0 1 0,0-1 0,0 0 0,0 0 0,0 0 0,0 0 0,-1 0 0,1 0 0,0 0 0,0 0 0,0 0 0,0 1 0,0-1 0,0 0 0,0 0 0,0 0 0,0 0 0,0 0 0,0 0 0,0 0 0,0 1 0,0-1 0,0 0 0,1 0 0,-1 0 0,0 0 0,0 0 0,0 0 0,0 0 0,0 0 0,0 0 0,0 0 0,0 1 0,0-1 0,0 0 0,0 0 0,0 0 0,0 0 0,1 0 0,-1 0 0,0 0 0,0 0 0,0 0 0,0 0 0,0 0 0,0 0 0,0 0 0,1 0 0,10 5 0,14 1 0,27 1 0,98 28 0,-93-20 0,-15-6 0,1-1 0,0-3 0,83 1 0,-125-6 0,188-5 0,17-6 0,-31 6 0,99 0 0,-140 15 0,78 1 0,-61 14 0,-85-12 0,-56-11 0,1 0 0,-1 1 0,1 0 0,-1 0 0,0 1 0,-1 1 0,1-1 0,-1 2 0,1-1 0,-2 1 0,10 8 0,-17-13 0,1 0 0,-1 0 0,0 0 0,0 0 0,0 1 0,0-1 0,0 0 0,-1 0 0,1 1 0,0-1 0,0 0 0,-1 1 0,1-1 0,-1 1 0,1-1 0,-1 1 0,0-1 0,0 1 0,0-1 0,1 1 0,-1-1 0,-1 1 0,1-1 0,0 1 0,0-1 0,0 1 0,-1-1 0,1 1 0,-1-1 0,1 1 0,-1-1 0,0 0 0,0 1 0,1-1 0,-1 0 0,0 0 0,0 1 0,0-1 0,0 0 0,0 0 0,-1 0 0,1 0 0,0 0 0,0-1 0,-3 2 0,-1 2 0,1-1 0,-2 0 0,1-1 0,0 1 0,-1-1 0,1 0 0,-1-1 0,1 1 0,-1-1 0,-9 1 0,2-3 0,1-1 0,0-1 0,0 0 0,0 0 0,1-1 0,-12-6 0,-13-3 0,-107-38 0,100 37 0,-1 1 0,-87-13 0,-42 0 0,39 9 0,18 8 0,-167 8 0,91 12 0,122-7 0,51-4 0,0 0 0,-36 7 0,49-5 0,-1-1 0,1 1 0,0 1 0,0-1 0,0 1 0,0 0 0,1 1 0,-1-1 0,1 1 0,0 0 0,0 0 0,-7 8 0,11-11 0,0-1 0,0 1 0,0 0 0,0 0 0,1 0 0,-1 0 0,0 0 0,0 0 0,0 0 0,1 1 0,-1-1 0,1 0 0,-1 0 0,1 0 0,-1 1 0,1-1 0,0 0 0,0 0 0,-1 1 0,1-1 0,0 0 0,0 1 0,0-1 0,1 0 0,-1 1 0,0-1 0,0 0 0,1 1 0,-1-1 0,0 0 0,1 0 0,0 0 0,-1 1 0,1-1 0,0 0 0,-1 0 0,1 0 0,0 0 0,0 0 0,0 0 0,0 0 0,0 0 0,0-1 0,0 1 0,0 0 0,3 0 0,-1 1 0,1 0 0,0 0 0,0-1 0,0 0 0,0 0 0,0 0 0,0 0 0,0-1 0,0 0 0,0 1 0,0-1 0,0-1 0,0 1 0,6-2 0,0-1 0,1 0 0,-1 1 0,1 0 0,-1 1 0,1 0 0,0 1 0,0 0 0,-1 1 0,1 0 0,0 0 0,-1 1 0,15 5 0,15 4 0,0-1 0,0-2 0,45 3 0,315-5 0,-245-7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0:51.797"/>
    </inkml:context>
    <inkml:brush xml:id="br0">
      <inkml:brushProperty name="width" value="0.35" units="cm"/>
      <inkml:brushProperty name="height" value="0.35" units="cm"/>
      <inkml:brushProperty name="color" value="#FFFFFF"/>
    </inkml:brush>
  </inkml:definitions>
  <inkml:trace contextRef="#ctx0" brushRef="#br0">862 271 24575,'-8'-1'0,"1"-1"0,-1 1 0,1-1 0,-1-1 0,1 1 0,-11-7 0,-9-2 0,-276-73 0,278 81 0,0 1 0,0 1 0,-1 1 0,1 1 0,0 1 0,0 1 0,0 2 0,-43 13 0,29-6 0,1-2 0,-54 7 0,90-17 0,1 0 0,-1 0 0,1 0 0,-1 1 0,1-1 0,0 0 0,-1 1 0,1-1 0,-1 1 0,1 0 0,0-1 0,0 1 0,-1 0 0,1 0 0,0-1 0,0 1 0,0 0 0,0 0 0,0 0 0,-2 3 0,3-3 0,-1 0 0,1 1 0,0-1 0,-1 0 0,1 1 0,0-1 0,0 0 0,0 1 0,0-1 0,0 1 0,1-1 0,-1 0 0,0 1 0,0-1 0,1 0 0,-1 0 0,2 3 0,1 2 0,1 1 0,0-1 0,1 0 0,-1 0 0,1 0 0,7 6 0,26 30 0,-32-34 0,0 0 0,1 0 0,0-1 0,0 0 0,0 0 0,16 10 0,-14-12 0,1 0 0,0-1 0,0 0 0,0 0 0,1-1 0,-1-1 0,1 1 0,-1-2 0,21 2 0,218 2 0,-27 21 0,-85-15 0,86 5 0,-96 0 0,-23 0 0,-44-6 0,3 0 0,-11 0 0,71 2 0,-76-11 0,134-2 0,-76-5 0,44-4 0,-12-1 0,-118 9 0,1-1 0,-1-2 0,0 1 0,0-2 0,0-1 0,22-11 0,-28 11 0,0-1 0,-1-1 0,0 0 0,-1-1 0,0 0 0,0 0 0,-1-1 0,16-23 0,-24 31 0,-1 0 0,0 0 0,0-1 0,0 1 0,0 0 0,-1 0 0,1 0 0,-1-1 0,0 1 0,0 0 0,0-1 0,0 1 0,0 0 0,-1 0 0,0 0 0,1-1 0,-1 1 0,-1 0 0,1 0 0,0 0 0,-1 0 0,1 0 0,-1 1 0,-2-4 0,-2-3 0,0 1 0,0 1 0,0-1 0,-1 1 0,0 0 0,-15-11 0,14 14 0,-1 0 0,1 0 0,-1 1 0,-13-4 0,-1 0 0,-18-6 0,0 3 0,0 1 0,-85-7 0,-2 0 0,-10 0 0,89 10 0,0-1 0,-51-16 0,57 13 0,-181-52 0,190 52 0,0 2 0,0 1 0,-1 2 0,-35 0 0,68 5 0,0 0 0,-1 0 0,1 0 0,0 0 0,0 0 0,-1 1 0,1-1 0,0 1 0,0 0 0,0 0 0,0 0 0,0 0 0,0 0 0,0 0 0,0 0 0,0 0 0,0 1 0,1-1 0,-1 1 0,1 0 0,-1-1 0,1 1 0,-1 0 0,1 0 0,-1 2 0,1-1 0,-1 1 0,1-1 0,1 1 0,-1 0 0,0-1 0,1 1 0,0 0 0,0-1 0,0 1 0,0 0 0,1-1 0,-1 1 0,1 0 0,0-1 0,2 5 0,-2-4 0,0 0 0,1 0 0,0 0 0,-1 0 0,1-1 0,1 1 0,-1-1 0,1 1 0,-1-1 0,1 0 0,0 0 0,0 0 0,0 0 0,0 0 0,1-1 0,-1 0 0,1 1 0,0-1 0,-1-1 0,1 1 0,0 0 0,0-1 0,0 0 0,0 0 0,7 1 0,5-1 0,-1-1 0,0-1 0,0 0 0,0-1 0,25-6 0,-20 4 0,0 1 0,0 1 0,1 0 0,-1 2 0,0 0 0,1 1 0,21 5 0,155 47 0,-153-46-1365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0:53.476"/>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22.419"/>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28.684"/>
    </inkml:context>
    <inkml:brush xml:id="br0">
      <inkml:brushProperty name="width" value="0.35" units="cm"/>
      <inkml:brushProperty name="height" value="0.35" units="cm"/>
      <inkml:brushProperty name="color" value="#FFFFFF"/>
    </inkml:brush>
  </inkml:definitions>
  <inkml:trace contextRef="#ctx0" brushRef="#br0">2193 146 24569,'-1'6'0,"-2"0"0,-1-1 0,-2 1 0,-1 0 0,-3-1 0,-1 1 0,-1-1 0,-2 1 0,-2-1 0,-1 0 0,-2 1 0,-1-1 0,-2 0 0,-1-1 0,-2 1 0,-1 0 0,-1-1 0,-2 0 0,0 1 0,-2-1 0,-2-1 0,0 1 0,-1 0 0,-1-1 0,-2 0 0,0 0 0,-1-1 0,-1 1 0,0-1 0,-1 0 0,-1 0 0,0 0 0,-1-1 0,0 1 0,0-1 0,-1-1 0,1 1 0,-1-1 0,0 0 0,0 0 0,0 0 0,0-1 0,0 1 0,1-1 0,0-1 0,0 1 0,1-1 0,0 0 0,1 0 0,1 0 0,0-1 0,1 1 0,1-1 0,1 0 0,0 0 0,2-1 0,1 0 0,1 1 0,1-1 0,1-1 0,1 1 0,2 0 0,1-1 0,1 0 0,2 1 0,1-1 0,2 0 0,1-1 0,2 1 0,1 0 0,2-1 0,2 1 0,1-1 0,2 1 0,1-1 0,2 0 0,2 1 0,1-1 0,3 0 0,0 1 0,3-1 0,1 0 0,2 0 0,2 1 0,1-1 0,2 1 0,1-1 0,2 1 0,2-1 0,1 1 0,2 0 0,1 0 0,2 0 0,1 0 0,2 0 0,1 1 0,1-1 0,2 1 0,1 0 0,1 0 0,1 0 0,1 1 0,1-1 0,2 1 0,0 0 0,1 0 0,1 0 0,1 1 0,0-1 0,1 1 0,1 0 0,0 1 0,1-1 0,0 1 0,0 0 0,1 0 0,0 1 0,0-1 0,0 1 0,0 0 0,0 1 0,-1-1 0,1 1 0,-1 0 0,0 0 0,0 1 0,-1-1 0,0 1 0,-1 0 0,-1 1 0,0-1 0,-1 1 0,-1 0 0,0 0 0,-2 0 0,-1 1 0,-1-1 0,0 1 0,-2 0 0,-2 0 0,0 0 0,-2 1 0,-1-1 0,-1 1 0,-2 0 0,-1 0 0,-2 0 0,-1 0 0,-2 0 0,-1 1 0,-2-1 0,-2 1 0,-1-1 0,-1 1 0,-3-1 0,-1 1 0,-2 0 0,-1 0 0,-2-1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38.362"/>
    </inkml:context>
    <inkml:brush xml:id="br0">
      <inkml:brushProperty name="width" value="0.35" units="cm"/>
      <inkml:brushProperty name="height" value="0.35" units="cm"/>
      <inkml:brushProperty name="color" value="#FFFFFF"/>
    </inkml:brush>
  </inkml:definitions>
  <inkml:trace contextRef="#ctx0" brushRef="#br0">251 198 24575,'-4'-1'0,"0"0"0,0-1 0,0 1 0,0-1 0,0 0 0,1 0 0,-1 0 0,-3-3 0,-11-6 0,-20-8 0,25 11 0,-1 1 0,-1 1 0,1 0 0,-1 1 0,0 0 0,-29-4 0,43 8 0,0 1 0,0 0 0,0 0 0,0 0 0,0 0 0,1 0 0,-1 1 0,0-1 0,0 0 0,0 0 0,0 0 0,0 1 0,0-1 0,0 1 0,0-1 0,1 1 0,-1-1 0,0 1 0,0-1 0,1 1 0,-1-1 0,0 1 0,1 0 0,-1 0 0,0-1 0,1 1 0,-1 1 0,0 0 0,0 0 0,1 1 0,-1-1 0,1 0 0,0 1 0,-1-1 0,1 0 0,0 1 0,0-1 0,1 0 0,-1 3 0,3 8 0,1 0 0,-1-1 0,7 14 0,-8-22 0,2 7 0,1 0 0,0 0 0,1-1 0,0 0 0,8 11 0,-10-16 0,0-1 0,1 0 0,-1 0 0,1 0 0,0 0 0,0-1 0,0 1 0,0-1 0,1-1 0,-1 1 0,12 3 0,-16-6 0,2 1 0,0 0 0,0 0 0,1 0 0,-1 0 0,0-1 0,1 1 0,6-1 0,-9-1 0,1 1 0,-1-1 0,0 1 0,1-1 0,-1 0 0,0 0 0,1 0 0,-1 1 0,0-1 0,0 0 0,0-1 0,0 1 0,0 0 0,0 0 0,0 0 0,0-1 0,0 1 0,0 0 0,0-3 0,1 2 0,-1-1 0,1 1 0,0 0 0,0 0 0,0 0 0,0 0 0,0 1 0,0-1 0,1 0 0,-1 1 0,5-3 0,-5 4 0,0-1 0,0 0 0,0-1 0,0 1 0,0 0 0,0-1 0,-1 1 0,1-1 0,0 1 0,-1-1 0,1 0 0,-1 1 0,0-1 0,1 0 0,-1 0 0,0 0 0,0 0 0,0-1 0,1-3 0,10-37 0,4-20 0,-15 58 0,-1 0 0,1 0 0,-1-1 0,-1 1 0,1 0 0,-1 0 0,0 0 0,0 0 0,0 0 0,-4-8 0,-3-7 0,5 10 0,-2 0 0,1 0 0,-1 0 0,-10-13 0,15 23 0,0-1 0,0 1 0,0 0 0,0 0 0,0 0 0,0 0 0,0 0 0,0 0 0,0 0 0,0 0 0,0 0 0,0 0 0,0 0 0,0-1 0,0 1 0,0 0 0,-1 0 0,1 0 0,0 0 0,0 0 0,0 0 0,0 0 0,0 0 0,0 0 0,0 0 0,0 0 0,0 0 0,0 0 0,0 0 0,-1 0 0,1 0 0,0 0 0,0 0 0,0 0 0,0 0 0,0 0 0,0 0 0,0 0 0,0 0 0,0 0 0,-1 0 0,1 0 0,0 0 0,0 0 0,0 0 0,0 0 0,0 0 0,0 0 0,0 0 0,0 0 0,0 0 0,0 1 0,0-1 0,0 0 0,0 0 0,0 0 0,-1 0 0,1 0 0,0 0 0,0 0 0,0 0 0,0 0 0,0 0 0,0 10 0,2 15 0,-2-23 0,0 1 0,20 133 0,-17-117 0,-1 0 0,0 0 0,-3 23 0,3 27 0,-2-68 0,0-1 0,0 1 0,0-1 0,0 1 0,0 0 0,1-1 0,-1 1 0,0-1 0,0 1 0,1-1 0,-1 1 0,0-1 0,1 0 0,-1 1 0,0-1 0,1 1 0,-1-1 0,1 0 0,-1 1 0,1-1 0,-1 0 0,1 1 0,-1-1 0,1 0 0,-1 0 0,1 0 0,-1 1 0,2-1 0,21 0 0,19-10 0,-14-1 278,22-6-1921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11.819"/>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17.27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51.303"/>
    </inkml:context>
    <inkml:brush xml:id="br0">
      <inkml:brushProperty name="width" value="0.35" units="cm"/>
      <inkml:brushProperty name="height" value="0.35" units="cm"/>
      <inkml:brushProperty name="color" value="#FFFFFF"/>
    </inkml:brush>
  </inkml:definitions>
  <inkml:trace contextRef="#ctx0" brushRef="#br0">4415 1 24575,'-1'2'0,"0"1"0,-1-1 0,0 1 0,0-1 0,1 0 0,-1 0 0,0 0 0,-1 0 0,1 0 0,0 0 0,-1 0 0,-4 2 0,-1 2 0,-108 72 0,87-61 0,0 2 0,1 1 0,-42 39 0,-59 84 0,113-122 0,1 1 0,1 0 0,1 1 0,1 1 0,-12 30 0,20-43 0,3-9 0,0 1 0,0-1 0,0 1 0,0-1 0,1 1 0,-1-1 0,1 1 0,-1 4 0,1-6 0,1 0 0,-1 0 0,0-1 0,1 1 0,-1 0 0,1 0 0,-1 0 0,1 0 0,-1 0 0,1-1 0,0 1 0,-1 0 0,1 0 0,0-1 0,0 1 0,0-1 0,-1 1 0,1-1 0,0 1 0,0-1 0,0 1 0,0-1 0,0 0 0,0 1 0,0-1 0,0 0 0,1 0 0,98 20 0,-7-2 0,-38-5 0,-13-2 0,49 18 0,-89-29 0,572 203 0,-232-106 0,-222-70 0,63 18 0,-128-31 0,0-2 0,98 7 0,-59-6 0,-56-7 0,70 3 0,-77-7 0,0 0 0,37 9 0,19 2 0,52 8 0,15 1 0,-44-9 0,-60-6 0,70 1 0,20 6 0,-108-14 0,-8 1 0,0-1 0,-1-2 0,31-5 0,-47 6 0,0-1 0,-1 0 0,1 0 0,-1 0 0,0-1 0,0 0 0,0-1 0,0 1 0,0-1 0,0 0 0,-1 0 0,0-1 0,0 0 0,0 0 0,-1 0 0,4-6 0,0-2 0,-1-1 0,-1 0 0,0 0 0,-1-1 0,5-25 0,13-32 0,-20 63 0,1-1 0,-1 1 0,-1 0 0,0-1 0,0 0 0,-1 1 0,0-1 0,-1 0 0,0 0 0,-1-10 0,0 16 0,1 0 0,-1 0 0,0 1 0,0-1 0,-1 0 0,1 0 0,-1 1 0,0-1 0,0 0 0,0 1 0,0 0 0,-1-1 0,1 1 0,-1 0 0,0 1 0,0-1 0,0 0 0,0 1 0,-1-1 0,1 1 0,-1 0 0,1 0 0,-1 1 0,1-1 0,-1 1 0,-5-2 0,-55-12 0,-1 3 0,-70-4 0,-133 4 0,226 11 0,-474-2 0,280 5 0,205-1 0,1 2 0,-58 14 0,58-10 0,-1-1 0,-58 3 0,-37 5 0,72-13 0,0-3 0,0-2 0,1-2 0,-58-14 0,-102-25 0,23 2 0,5 6 0,110 23 0,26 1 0,38 9 0,0 1 0,0 0 0,0 1 0,-21-2 0,-96-10 0,-381 14 0,369 15 0,104-13 0,-60 10 0,60-6 0,-59 2 0,-162 6 0,59 0 0,174-12 0,-1 0 0,-41 9 0,-18 3 0,34-8 0,-56 2 0,80-7 0,-38 6 0,16-1 0,11-2 0,-258 21 0,88-3 0,33-2 0,-114 18 0,190-23 0,-318 41 0,290-52 0,88-5 0,0 2 0,-41 6 0,49-3 0,-43-1 0,44-3 0,-49 7 0,-78 10 0,93-13 0,52-5 0,0 1 0,0 0 0,0 1 0,0 1 0,0 0 0,1 0 0,-1 1 0,-16 6 0,27-8 0,0-1 0,-1 0 0,1 0 0,0 0 0,0 0 0,0 0 0,0 0 0,0 0 0,-1 0 0,1 0 0,0 0 0,0 0 0,0 0 0,0 0 0,0 0 0,0 1 0,0-1 0,-1 0 0,1 0 0,0 0 0,0 0 0,0 0 0,0 0 0,0 1 0,0-1 0,0 0 0,0 0 0,0 0 0,0 0 0,0 0 0,0 1 0,0-1 0,0 0 0,0 0 0,0 0 0,0 0 0,0 0 0,0 1 0,0-1 0,0 0 0,0 0 0,0 0 0,0 0 0,0 0 0,0 1 0,0-1 0,1 0 0,-1 0 0,0 0 0,0 0 0,0 0 0,0 0 0,0 0 0,0 0 0,0 1 0,0-1 0,1 0 0,-1 0 0,0 0 0,15 6 0,19 2 0,35 1 0,86-1 0,52 6 0,755-14 0,-875 7 0,4 0 0,-77-6 0,0 1 0,0 0 0,28 7 0,-28-5 0,0 0 0,1-2 0,26 3 0,70 4 0,-67-4 0,109 23 0,-108-21 0,59 16 0,-13-1 0,-46-13 0,181 29 0,-192-34 0,101 5 0,-86-9 0,16 0 0,89-11 0,-23-2 0,226 7 0,-208 8 0,-10-17 0,-100 16 0,-16 0 0,0-1 0,0-1 0,-1-1 0,23-5 0,-16 3 0,-1 1 0,0 1 0,1 1 0,35 4 0,7-1 0,-50-1 0,-14 0 0,-1-1 0,0 0 0,0 0 0,1 0 0,-1-1 0,0 0 0,10-2 0,-15 3 0,-1 0 0,0 0 0,1-1 0,-1 1 0,1 0 0,-1 0 0,0 0 0,1-1 0,-1 1 0,0 0 0,1 0 0,-1-1 0,0 1 0,0 0 0,1 0 0,-1-1 0,0 1 0,0 0 0,1-1 0,-1 1 0,0-1 0,0 1 0,0 0 0,1-1 0,-1 1 0,0 0 0,0-1 0,0 1 0,0-1 0,0 1 0,0-1 0,0 1 0,0 0 0,0-1 0,0 0 0,-12-13 0,-22-5 0,11 12 0,-1 1 0,0 1 0,0 2 0,0 0 0,-1 1 0,1 1 0,-1 2 0,-24 3 0,31-1 0,0 1 0,0 0 0,0 2 0,-23 10 0,-25 7 0,-206 51 0,189-56 0,-1-4 0,-1-3 0,-147-1 0,155-9 0,-82-3 0,22-12 0,75 10 0,2-2 0,-91-21 0,59 5 0,61 16 0,0-1 0,0-2 0,1-1 0,-42-20 0,70 29 0,-1-1 0,0 0 0,1 0 0,-1 0 0,1 0 0,0-1 0,0 1 0,0-1 0,0 1 0,0-1 0,0 0 0,1 0 0,-1 1 0,1-1 0,0 0 0,0 0 0,0-1 0,0 1 0,0 0 0,1 0 0,0 0 0,-1 0 0,1-1 0,1-2 0,-1 3 0,0 0 0,0 0 0,1 0 0,-1 1 0,1-1 0,0 0 0,0 1 0,0-1 0,0 0 0,0 1 0,1-1 0,-1 1 0,1 0 0,-1-1 0,1 1 0,0 0 0,0 0 0,0 0 0,0 0 0,0 0 0,1 1 0,-1-1 0,1 1 0,-1-1 0,1 1 0,-1 0 0,4-1 0,18-4 0,1 2 0,-1 0 0,1 2 0,0 1 0,44 3 0,126 25 0,9 1 0,15-7 0,86 3 0,-247-23 0,-21 0 0,67-7 0,-94 5 0,1-1 0,0 0 0,-1-1 0,0 0 0,0-1 0,0 0 0,0-1 0,0 0 0,-1 0 0,15-12 0,-17 12 0,1 1 0,-1 0 0,1 0 0,0 0 0,0 1 0,0 0 0,0 1 0,15-3 0,3 0 0,40-1 0,209 7 0,-146 13 0,-32-1 0,-57-6 0,72 1 0,-91-7 0,36 6 0,-9 0 0,0-2 0,68 4 0,-43-6 0,95 17 0,-122-13 0,29 3 0,24 3 0,103 27 0,-140-23 0,78 9 0,209 7 0,-199-22 0,-41-10 0,4 1 0,-67 5 0,21 0 0,45-8 0,-111 1 0,-1 0 0,1 0 0,-1 0 0,1 0 0,-1 0 0,1 0 0,-1 0 0,1 0 0,-1 0 0,0 0 0,1 0 0,-1 0 0,1 0 0,-1-1 0,1 1 0,-1 0 0,1 0 0,-1-1 0,0 1 0,1 0 0,-1 0 0,0-1 0,1 1 0,-1 0 0,0-1 0,1 0 0,-9-7 0,-19-3 0,8 8 0,1 2 0,0 0 0,-1 1 0,1 1 0,0 1 0,-1 0 0,-25 8 0,-38 4 0,35-11 0,0-2 0,-48-5 0,59-1 0,-1-2 0,1-2 0,1-1 0,-1-1 0,-39-21 0,68 30 0,1-1 0,-1 0 0,1-1 0,0 0 0,0 0 0,-6-5 0,10 7 0,0 0 0,0-1 0,1 1 0,-1-1 0,0 1 0,1-1 0,-1 0 0,1 1 0,0-1 0,0 0 0,0 0 0,1 0 0,-1 0 0,1 0 0,-1 0 0,1-5 0,0 2 0,-1 0 0,0 0 0,0 0 0,0 0 0,-1 0 0,1 1 0,-1-1 0,-1 1 0,1-1 0,-1 1 0,0 0 0,0 0 0,-1 0 0,1 0 0,-1 1 0,0-1 0,0 1 0,-1 0 0,1 0 0,-1 1 0,0-1 0,-9-4 0,-9-3 0,0 0 0,-1 2 0,0 0 0,-25-5 0,17 5 0,-23-5 0,-1 2 0,0 2 0,-84-3 0,47 11 0,-127 14 0,207-10 0,0 0 0,0 0 0,0 2 0,1 0 0,-1 0 0,1 1 0,0 1 0,0 0 0,0 0 0,1 1 0,-14 11 0,25-18 0,0 1 0,0-1 0,0 0 0,-1 0 0,1 0 0,0 0 0,0 0 0,0 0 0,0 0 0,-1 1 0,1-1 0,0 0 0,0 0 0,0 0 0,0 0 0,0 1 0,0-1 0,0 0 0,0 0 0,-1 0 0,1 0 0,0 1 0,0-1 0,0 0 0,0 0 0,0 0 0,0 1 0,0-1 0,0 0 0,0 0 0,0 0 0,0 1 0,0-1 0,0 0 0,1 0 0,-1 0 0,0 1 0,0-1 0,0 0 0,0 0 0,0 0 0,0 0 0,0 1 0,0-1 0,1 0 0,-1 0 0,0 0 0,13 4 0,17-2 0,-30-2 0,17-1 0,0 0 0,0-2 0,1 0 0,-2-1 0,34-13 0,5 0 0,-23 11 10,0 1-1,0 1 0,0 3 1,1 0-1,33 4 1,16 0-1432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7:07.650"/>
    </inkml:context>
    <inkml:brush xml:id="br0">
      <inkml:brushProperty name="width" value="0.35" units="cm"/>
      <inkml:brushProperty name="height" value="0.35" units="cm"/>
      <inkml:brushProperty name="color" value="#FFFFFF"/>
    </inkml:brush>
  </inkml:definitions>
  <inkml:trace contextRef="#ctx0" brushRef="#br0">0 127 24575,'9'-1'0,"-1"0"0,0-1 0,0 0 0,0-1 0,11-4 0,11-3 0,75-24 0,-61 19 0,1 2 0,55-10 0,-47 16 0,84-2 0,-152 11 0,0 0 0,0 2 0,0-1 0,0 2 0,1 0 0,0 0 0,0 1 0,-18 11 0,5-3 0,-34 11 0,47-20 32,4-3-159,0 1 0,0 0 0,1 1 0,-1 0 0,1 1 0,0 0 0,0 0 0,0 1 0,1 0 0,-14 13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25.0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26.686"/>
    </inkml:context>
    <inkml:brush xml:id="br0">
      <inkml:brushProperty name="width" value="0.35" units="cm"/>
      <inkml:brushProperty name="height" value="0.35" units="cm"/>
      <inkml:brushProperty name="color" value="#FFFFFF"/>
    </inkml:brush>
  </inkml:definitions>
  <inkml:trace contextRef="#ctx0" brushRef="#br0">1553 113 24575,'-42'42'0,"2"2"0,2 1 0,3 2 0,1 2 0,2 1 0,3 1 0,-33 78 0,45-91 0,-2 0 0,-32 49 0,51-86 0,0-1 0,0 1 0,-1-1 0,1 0 0,0 1 0,0-1 0,0 1 0,0-1 0,0 0 0,0 1 0,0-1 0,0 1 0,0-1 0,0 1 0,0-1 0,0 0 0,0 1 0,0-1 0,1 1 0,-1-1 0,0 0 0,0 1 0,0-1 0,0 1 0,1-1 0,-1 0 0,0 1 0,1-1 0,-1 0 0,0 1 0,0-1 0,1 0 0,-1 0 0,0 1 0,1-1 0,-1 0 0,1 0 0,-1 0 0,0 0 0,1 1 0,-1-1 0,1 0 0,-1 0 0,0 0 0,1 0 0,-1 0 0,1 0 0,-1 0 0,1 0 0,32 3 0,-21-2 0,12 4 0,218 38 0,121-24 0,-240-18 0,109-2 0,-211-1 0,0 0 0,0-1 0,0-1 0,0-1 0,0 0 0,-1-2 0,0-1 0,24-12 0,-39 18 0,0-1 0,0 0 0,0 0 0,0 0 0,0-1 0,-1 0 0,1 0 0,-1 0 0,0 0 0,0-1 0,-1 1 0,1-1 0,-1 0 0,0 0 0,0 0 0,-1-1 0,0 1 0,1-1 0,-2 1 0,1-1 0,-1 0 0,0 1 0,1-9 0,-1 6 0,-1 0 0,0-1 0,0 1 0,-1-1 0,0 1 0,0 0 0,-1 0 0,0-1 0,0 1 0,-1 0 0,0 1 0,-1-1 0,0 0 0,-7-11 0,0 5 0,0 1 0,-1 0 0,-1 1 0,0 0 0,0 0 0,-16-9 0,-26-13 0,-1 1 0,-84-35 0,85 43 0,-7 0 0,0 3 0,-1 2 0,-105-17 0,0-3 0,-32-7 0,23 18 0,-1 8 0,-1 8 0,-206 11 0,349 3 0,-1 2 0,1 2 0,0 1 0,1 2 0,-1 1 0,-36 15 0,65-21 0,0 0 0,0 1 0,0 0 0,1 0 0,-1 0 0,1 1 0,0 0 0,1 0 0,-1 1 0,1-1 0,0 1 0,0 0 0,1 1 0,0-1 0,0 1 0,0 0 0,1 0 0,0 0 0,1 0 0,-1 1 0,1-1 0,1 1 0,-1-1 0,1 1 0,1-1 0,-1 1 0,1 0 0,1 0 0,0-1 0,0 1 0,0-1 0,1 1 0,0-1 0,0 1 0,1-1 0,0 0 0,6 12 0,65 118 0,35 61 0,-100-185 0,0 0 0,1-1 0,1 0 0,0-1 0,21 17 0,68 44 0,-98-71 0,42 25 0,83 36 0,-72-37 0,-16-9 0,0-1 0,0-3 0,2-1 0,-1-2 0,1-2 0,0-1 0,1-3 0,54-1 0,-89-3 0,1 0 0,-1 0 0,1 0 0,-1-1 0,0 0 0,0-1 0,0 0 0,0 0 0,7-4 0,2-3 0,0-1 0,22-18 0,-23 15-1365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7:20.107"/>
    </inkml:context>
    <inkml:brush xml:id="br0">
      <inkml:brushProperty name="width" value="0.35" units="cm"/>
      <inkml:brushProperty name="height" value="0.35" units="cm"/>
      <inkml:brushProperty name="color" value="#FFFFFF"/>
    </inkml:brush>
  </inkml:definitions>
  <inkml:trace contextRef="#ctx0" brushRef="#br0">3472 339 24575,'-71'-4'0,"0"-4"0,1-2 0,-84-24 0,-23-4 0,-71-4 0,-19 0 0,225 37 0,1 2 0,-59 4 0,28 1 0,55-1 0,1 2 0,-1 0 0,1 0 0,0 2 0,0 0 0,-24 11 0,-20 6 0,36-12 0,0 2 0,1 0 0,1 1 0,0 1 0,-37 31 0,28-22 0,28-21 0,1 0 0,-1 0 0,1 0 0,0 1 0,-1-1 0,1 0 0,0 1 0,0-1 0,1 1 0,-1 0 0,0 0 0,1-1 0,0 1 0,0 0 0,0 0 0,-1 5 0,1-6 0,2 1 0,-1-1 0,0 1 0,0-1 0,1 0 0,-1 1 0,1-1 0,-1 0 0,1 1 0,0-1 0,0 0 0,0 0 0,1 0 0,-1 0 0,0 0 0,1 0 0,-1 0 0,1 0 0,0 0 0,-1-1 0,1 1 0,3 1 0,1 2 0,1-1 0,0 0 0,0 0 0,1 0 0,-1-1 0,1 0 0,-1-1 0,10 3 0,66 7 0,-41-8 0,40 11 0,34 3 0,-65-13 0,54 3 0,516-8 0,-481-15 0,-117 14 0,-1-1 0,38-9 0,-38 6 0,0 1 0,41-1 0,346 5 0,-391 2 0,-1-1 0,0 2 0,22 6 0,-21-5 0,-1 0 0,0-1 0,23 0 0,25 3 0,-57-4 0,0 0 0,0-1 0,0 0 0,1 0 0,-1-1 0,0 0 0,0-1 0,1 0 0,-1 0 0,0-1 0,0 0 0,0 0 0,0-1 0,-1 0 0,11-5 0,-11 4 0,-1 1 0,1 0 0,1 1 0,-1-1 0,0 1 0,1 0 0,-1 1 0,15-1 0,67 3 0,-37 2 0,-29-3 0,-11 1 0,0-1 0,0 0 0,-1-1 0,1-1 0,17-3 0,-27 4 0,1 0 0,-1 0 0,1 0 0,-1 0 0,1 0 0,-1-1 0,0 1 0,0-1 0,0 0 0,0 0 0,0 1 0,0-1 0,0 0 0,0-1 0,-1 1 0,1 0 0,-1 0 0,0-1 0,1 1 0,-1-1 0,0 1 0,0-1 0,-1 1 0,1-1 0,-1 0 0,1 1 0,-1-1 0,0-5 0,0 4 0,1-3 0,-1-1 0,0 0 0,-1 1 0,-1-10 0,1 15 0,1 0 0,-1 0 0,0 0 0,1 0 0,-1 0 0,0 0 0,0 1 0,0-1 0,0 0 0,-1 1 0,1-1 0,0 1 0,-1-1 0,1 1 0,-1 0 0,1-1 0,-1 1 0,0 0 0,1 0 0,-5-2 0,-3-2 0,10 1 0,21-1 0,34 5 0,-53 0 0,-1 1 0,1-1 0,-1 0 0,1 1 0,-1 0 0,1 0 0,-1 0 0,0 0 0,1 0 0,-1 0 0,0 0 0,0 1 0,0-1 0,0 1 0,0 0 0,0 0 0,0-1 0,-1 1 0,3 4 0,-1-2 0,-1 1 0,0-1 0,0 1 0,-1-1 0,0 1 0,0 0 0,0-1 0,0 1 0,0 9 0,-1 3 0,-2 0 0,1-1 0,-2 1 0,0-1 0,-6 18 0,-67 161 0,46-124 0,29-68 0,0 0 0,0-1 0,0 1 0,0-1 0,-1 1 0,1-1 0,-1 1 0,0-1 0,0 0 0,-4 4 0,6-6 0,-1 0 0,0 0 0,0 1 0,0-1 0,0 0 0,0 0 0,0 0 0,0 0 0,0 0 0,0 0 0,0 0 0,0 0 0,0-1 0,0 1 0,0 0 0,1 0 0,-1-1 0,0 1 0,0-1 0,0 1 0,0-1 0,1 1 0,-1-1 0,0 1 0,0-1 0,1 0 0,-1 1 0,0-1 0,1 0 0,-1 0 0,1 0 0,-1 1 0,1-1 0,-1-2 0,-35-43 0,14 19 0,-28-45 0,32 44 0,-2 1 0,0 2 0,-2 0 0,-1 1 0,-1 1 0,-33-24 0,48 39 0,-123-94 0,23 37 0,-55-40 0,160 103 0,-1-1 0,1 1 0,-1 0 0,1 0 0,-1 1 0,1-1 0,-1 1 0,0 0 0,0 0 0,-5 0 0,6 1 0,0 1 0,0 0 0,0 0 0,0 0 0,0 0 0,1 1 0,-1-1 0,1 1 0,-1 0 0,1 0 0,-1 1 0,1-1 0,-3 3 0,-23 18 0,-55 32 0,68-46 0,-1 0 0,1-2 0,-2 0 0,1-1 0,-1 0 0,1-2 0,-2 0 0,1-1 0,0-1 0,-23 0 0,-100 12 0,3-12 0,-142-5 0,222-4 0,31 4 0,-35-1 0,-78-11 0,-284 16 0,353 7 0,29-1 0,14-3 0,-39 12 0,47-10 0,-1-1 0,0-1 0,0-1 0,-26 1 0,25-5 0,1-1 0,-1-1 0,-31-9 0,30 6 0,-40-2 0,50 7 0,0 0 0,0-1 0,-1 0 0,-21-8 0,14 4 0,0 0 0,-1 2 0,0 0 0,0 2 0,-44 0 0,48 2 0,-11 0 0,0 0 0,1 2 0,-1 1 0,-50 12 0,60-11 0,0 0 0,0-2 0,-1 0 0,-30-2 0,23 0 0,-44 6 0,20 2 0,-9 3 0,-84 4 0,136-15 0,0 1 0,0-2 0,0 1 0,0-1 0,0 0 0,0-1 0,-13-4 0,17 5 0,1-1 0,1 0 0,-1 0 0,0 0 0,0 0 0,1 0 0,-1-1 0,1 1 0,0-1 0,-1 1 0,1-1 0,1 0 0,-1 0 0,0 0 0,1 0 0,-1 0 0,1-1 0,0 1 0,0 0 0,-1-6 0,0 1 0,1-1 0,0 1 0,0 0 0,1 0 0,0 0 0,0-1 0,1 1 0,0 0 0,0 0 0,1 0 0,4-11 0,-1 7 0,0 0 0,1 1 0,1 0 0,0 0 0,0 0 0,14-14 0,2-4 0,-18 21 0,1 0 0,0 1 0,0 0 0,1 0 0,14-11 0,-18 16 0,0 1 0,0-1 0,0 1 0,0 0 0,0 0 0,0 0 0,1 0 0,-1 0 0,0 1 0,1 0 0,-1-1 0,0 1 0,1 0 0,-1 1 0,0-1 0,0 1 0,1-1 0,-1 1 0,0 0 0,0 0 0,5 2 0,18 10 0,-1 0 0,31 23 0,-46-29 0,-2-2 0,0 1 0,0 0 0,-1 0 0,0 0 0,0 1 0,0 0 0,7 12 0,-10-13 0,-1 0 0,0 0 0,0 0 0,-1 1 0,0-1 0,0 1 0,0-1 0,-1 1 0,0 0 0,0 0 0,-1 9 0,0 12 0,-7 36 0,3-36 0,0 37 0,5-29 0,1 0 0,2-1 0,1 1 0,20 66 0,21 79 0,-43-150 0,-2-24 0,-1 0 0,1 0 0,0 1 0,1-1 0,0 0 0,5 12 0,-6-17 0,1 0 0,-1 1 0,1-1 0,0 0 0,0 0 0,0 0 0,0-1 0,0 1 0,0 0 0,0-1 0,0 1 0,1-1 0,-1 0 0,1 0 0,-1 0 0,1 0 0,-1 0 0,1 0 0,0-1 0,-1 1 0,1-1 0,5 0 0,-2 0 0,-1 0 0,1 0 0,0 0 0,-1-1 0,1 0 0,-1 0 0,1-1 0,-1 1 0,0-1 0,1 0 0,-1-1 0,0 1 0,0-1 0,-1 0 0,1-1 0,-1 1 0,1-1 0,-1 1 0,0-1 0,0-1 0,-1 1 0,1 0 0,-1-1 0,0 0 0,0 0 0,-1 0 0,5-9 0,-2 0 0,0-1 0,-1 1 0,0-1 0,-1 1 0,-1-1 0,0 0 0,-1 0 0,-1 0 0,-2-22 0,1 33 0,1 0 0,-1 1 0,0-1 0,-1 1 0,1-1 0,-1 1 0,1 0 0,-1-1 0,0 1 0,0 0 0,0 0 0,-1 0 0,1 1 0,-1-1 0,0 0 0,1 1 0,-1 0 0,0 0 0,-7-4 0,-5-2 0,-1 1 0,0 0 0,-20-5 0,-13-6 0,-104-44 0,60 26 0,64 24 0,1 3 0,-1 0 0,-1 2 0,1 1 0,-1 1 0,-1 2 0,-46 0 0,8 2 0,-59 2 0,122 1 0,1 0 0,-1 0 0,0 0 0,1 1 0,-1 0 0,1 0 0,0 0 0,0 0 0,0 1 0,0 0 0,1 0 0,0 0 0,0 1 0,-7 8 0,4-5 0,0 0 0,-1-1 0,-15 12 0,21-17 0,0 0 0,0 0 0,0 0 0,0 0 0,0 0 0,0 0 0,0 1 0,1-1 0,-1 1 0,1-1 0,-1 1 0,1-1 0,0 1 0,0 0 0,0 0 0,1-1 0,-1 1 0,1 0 0,-1 0 0,1 0 0,0 0 0,0 0 0,0 0 0,1 0 0,-1-1 0,2 5 0,1 8 0,1 0 0,1 1 0,11 23 0,-8-22 0,-4-6 0,2 1 0,0-1 0,0 0 0,1 0 0,9 12 0,-14-21 0,0 0 0,-1 1 0,1-1 0,0 0 0,1 0 0,-1-1 0,0 1 0,0 0 0,1-1 0,-1 1 0,1-1 0,-1 0 0,1 0 0,0 0 0,0 0 0,-1 0 0,1 0 0,0-1 0,0 0 0,0 1 0,0-1 0,-1 0 0,1 0 0,0-1 0,0 1 0,0 0 0,0-1 0,-1 0 0,5-1 0,7-5 0,0-1 0,17-13 0,17-11 0,15-4 0,103-79 0,-154 106 0,0-1 0,-1 0 0,15-18 0,-22 23 0,0 0 0,0-1 0,-1 1 0,0-1 0,0 0 0,0 0 0,0 0 0,-1-1 0,0 1 0,1-9 0,-3 12 0,1 1 0,-1-1 0,1 0 0,-1 0 0,1 0 0,0 0 0,0 1 0,1-1 0,-1 0 0,1 1 0,-1-1 0,1 1 0,0-1 0,3-3 0,-5 6 0,1 1 0,-1-1 0,0 0 0,1 0 0,-1 0 0,0 0 0,0 0 0,1 0 0,-1 1 0,0-1 0,1 0 0,-1 0 0,0 0 0,0 1 0,1-1 0,-1 0 0,0 0 0,0 1 0,0-1 0,0 0 0,1 1 0,-1-1 0,0 0 0,0 0 0,0 1 0,0-1 0,0 0 0,0 1 0,0-1 0,0 0 0,0 1 0,0-1 0,0 0 0,0 1 0,0-1 0,0 0 0,0 1 0,0-1 0,1 18 0,-1-18 0,-1 42 45,-12 73 0,5-54-1500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02.616"/>
    </inkml:context>
    <inkml:brush xml:id="br0">
      <inkml:brushProperty name="width" value="0.35" units="cm"/>
      <inkml:brushProperty name="height" value="0.35" units="cm"/>
      <inkml:brushProperty name="color" value="#FFFFFF"/>
    </inkml:brush>
  </inkml:definitions>
  <inkml:trace contextRef="#ctx0" brushRef="#br0">182 77 24575,'-51'-1'0,"-53"2"0,103-1 0,0 0 0,0 1 0,-1-1 0,1 0 0,0 1 0,0-1 0,-1 1 0,1 0 0,0-1 0,0 1 0,0 0 0,0 0 0,0-1 0,0 1 0,0 0 0,0 0 0,0 0 0,1 0 0,-1 0 0,0 1 0,1-1 0,-1 0 0,0 0 0,1 0 0,-1 1 0,1-1 0,0 0 0,-1 0 0,1 1 0,0-1 0,0 0 0,0 1 0,0-1 0,0 0 0,1 3 0,-1 7 0,2 0 0,-1 0 0,6 15 0,-3-10 0,1 10 0,2 0 0,1-1 0,13 31 0,-20-54 0,0 0 0,0 0 0,0 0 0,1 0 0,-1 0 0,1-1 0,-1 1 0,1 0 0,0-1 0,-1 1 0,1-1 0,0 0 0,0 1 0,0-1 0,0 0 0,0 0 0,0 0 0,5 1 0,1-1 0,1 1 0,0-1 0,15 0 0,4 0 0,4 1 0,0-1 0,37-4 0,137-7 0,-84 4 0,-27 0 0,120 7 0,-75 10 0,-56-6 0,-46-2 0,0 1 0,0 2 0,49 14 0,-48-9 0,56 6 0,-86-16 0,118 11 0,64 9 0,-59-10 0,126-5 0,-172-7 0,-75 0 0,-1 0 0,1 0 0,-1-1 0,1 0 0,-1-1 0,0-1 0,0 1 0,0-2 0,0 1 0,-1-1 0,0-1 0,16-11 0,-22 15 0,1-1 0,-1 0 0,1 0 0,-1-1 0,0 1 0,0-1 0,0 1 0,-1-1 0,1 0 0,-1 0 0,0 0 0,0 0 0,-1-1 0,1 1 0,-1 0 0,0-1 0,0 1 0,0-1 0,0 1 0,-1-1 0,0 0 0,0 1 0,-1-6 0,1 1 0,-1-1 0,0 0 0,0 1 0,-1-1 0,-1 1 0,-6-17 0,8 22 0,-1-1 0,-1 1 0,1 0 0,0-1 0,-1 1 0,0 0 0,0 1 0,0-1 0,-1 0 0,1 1 0,-1 0 0,0 0 0,0 0 0,0 0 0,-6-2 0,0 2 0,0 2 0,0-1 0,0 1 0,0 1 0,0 0 0,0 0 0,0 1 0,-15 3 0,8-1 0,-138 30 0,109-29 0,0-1 0,-74-5 0,85-3 0,-43-12 0,44 9 0,-47-5 0,-40 3 0,0-10 0,30 3 0,73 14 0,-47-6 0,-74 0 0,110 7 0,1-1 0,-38-8 0,-6-2 0,-88-6 0,99 14 0,-95-21 0,143 22 0,-1 1 0,1 1 0,-1 0 0,0 1 0,1 0 0,-1 1 0,-22 3 0,18 4 342,18-7-389,-1 0 1,1 0 0,-1 1 0,1-1 0,-4 5-600,4-4 600,0-1 0,0 0 0,0 1 0,0-1 0,0 1-1,0-1 1,0 1 0,0-1 0,0 1 0,0-1 0,0 1 0,0-1 0,0 0-1,1 1 1,-1-1 0,0 1 0,0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5:06.71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5:07.3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2181 366,'-1044'-23,"1032"22,-1 0,1-1,0 0,0-1,0-1,0 0,0 0,-14-8,-12-4,-589-179,396 131,113 29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6:01.8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1288 2,'-461'23,"96"-2,292-19,-234-2,306 0,-46-5,45 5,1-1,-1 1,1 0,-1 0,0-1,1 1,-1-1,1 0,-1 1,1-1,-1 0,1 0,0 0,-1 0,1 0,0 0,0 0,-1 0,1-1,0 1,0 0,1-1,-2-1,2 2,0 1,1-1,-1 0,0 0,1 1,-1-1,0 0,1 0,-1 1,1-1,-1 0,1 1,0-1,-1 1,1-1,0 1,-1-1,1 1,0-1,0 1,-1 0,1-1,0 1,0 0,-1-1,1 1,0 0,0 0,0 0,1 0,30-4,-29 4,7-1,0 1,0 0,1 1,-1 0,0 0,16 5,-10-1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6:03.2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776 899,'220'-7,"-53"0,1567 49,-1599-32,-133-10,-1 0,0 0,1 0,-1 0,1 0,-1 0,1 0,-1-1,0 1,1-1,-1 1,0-1,1 1,-1-1,0 1,1-1,0-1,-2 1,1 1,-1-1,0 1,0-1,0 0,0 1,0-1,0 1,0-1,0 1,0-1,0 0,0 1,0-1,0 1,-1-1,1 1,0-1,0 1,-1-1,1 1,0-1,-1 1,1-1,0 1,-1-1,0 0,-4-4,-1 0,1 1,-1-1,0 1,-8-4,-9-4,-1 2,0 1,-1 0,-25-4,-107-15,104 19,-735-86,360 49,-517-78,678 88,210 25,56 11,0 0,1 0,-1 0,0-1,0 1,1 0,-1-1,0 1,1 0,-1-1,0 1,1-1,-1 1,0-1,1 0,-1 1,1-1,-1 0,1 0,0 1,0-1,0 1,0-1,0 1,0-1,0 1,0 0,0-1,1 1,-1-1,0 1,0 0,1-1,-1 1,0 0,0-1,1 1,-1 0,0-1,1 1,-1 0,1 0,-1-1,1 1,39-15,95-14,191-15,-296 41,953-66,7 50,393 44,-1370-24,-20-1,-35 1,-364 8,1 19,1 17,3 17,-541 157,-503 289,1434-503,19-8,41-15,-36 13,163-59,129-38,127-28,1366-344,46 118,-1782 346,131-14,-189 24,-6 1,-12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5:01:41.6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5300 0 0,'-5300'0'0,"5300"462"0,5300-924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42.6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0,'1991'117,"-1522"-60,332 38,1-30,-768-64,274 10,-208-11,105-15,-159 9,-1-2,-1-1,1-3,-2-1,0-3,41-20,-81 35,-1 0,0 0,0 0,0 0,0-1,0 1,0-1,0 1,0-1,-1 0,1 1,-1-1,1 0,-1 0,1 0,-1 0,0 0,1-3,-2 3,0 0,0 0,-1 1,1-1,0 0,-1 0,1 0,-1 1,0-1,0 0,1 1,-1-1,0 1,0-1,0 1,-1-1,1 1,0-1,-1 1,1 0,0 0,-1 0,-1-1,-40-32,33 23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45.2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9523 441,'-13'0,"-1"-1,0 0,-17-4,-11-2,-612-99,65 10,-1144-84,-11 137,1696 43,-3-1,1 2,0 2,0 3,-76 17,58-7,-1-4,-1-2,-81 0,123-8,-1314 20,997-24,-103 0,-556 4,778 6,-314 51,518-55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5:01:46.74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 0,'5370'193'0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56.6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71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 Id="rId5" Type="http://schemas.openxmlformats.org/officeDocument/2006/relationships/image" Target="../media/image5.png" /><Relationship Id="rId4" Type="http://schemas.openxmlformats.org/officeDocument/2006/relationships/image" Target="../media/image4.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F0"/>
          </a:solidFill>
          <a:ln/>
        </p:spPr>
        <p:txBody>
          <a:bodyPr/>
          <a:lstStyle/>
          <a:p>
            <a:endParaRPr lang="en-IN"/>
          </a:p>
        </p:txBody>
      </p:sp>
      <p:sp>
        <p:nvSpPr>
          <p:cNvPr id="3" name="Shape 1"/>
          <p:cNvSpPr/>
          <p:nvPr/>
        </p:nvSpPr>
        <p:spPr>
          <a:xfrm>
            <a:off x="0" y="0"/>
            <a:ext cx="12191695"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4524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209765" y="228285"/>
            <a:ext cx="5577413" cy="621876"/>
          </a:xfrm>
          <a:prstGeom prst="rect">
            <a:avLst/>
          </a:prstGeom>
        </p:spPr>
      </p:pic>
      <p:pic>
        <p:nvPicPr>
          <p:cNvPr id="17" name="bg object 17"/>
          <p:cNvPicPr/>
          <p:nvPr/>
        </p:nvPicPr>
        <p:blipFill>
          <a:blip r:embed="rId3" cstate="print"/>
          <a:stretch>
            <a:fillRect/>
          </a:stretch>
        </p:blipFill>
        <p:spPr>
          <a:xfrm>
            <a:off x="3067051" y="110938"/>
            <a:ext cx="6057899" cy="922174"/>
          </a:xfrm>
          <a:prstGeom prst="rect">
            <a:avLst/>
          </a:prstGeom>
        </p:spPr>
      </p:pic>
      <p:pic>
        <p:nvPicPr>
          <p:cNvPr id="18" name="bg object 18"/>
          <p:cNvPicPr/>
          <p:nvPr/>
        </p:nvPicPr>
        <p:blipFill>
          <a:blip r:embed="rId4" cstate="print"/>
          <a:stretch>
            <a:fillRect/>
          </a:stretch>
        </p:blipFill>
        <p:spPr>
          <a:xfrm>
            <a:off x="3228974" y="221830"/>
            <a:ext cx="5548376" cy="447220"/>
          </a:xfrm>
          <a:prstGeom prst="rect">
            <a:avLst/>
          </a:prstGeom>
        </p:spPr>
      </p:pic>
      <p:sp>
        <p:nvSpPr>
          <p:cNvPr id="19" name="bg object 19"/>
          <p:cNvSpPr/>
          <p:nvPr/>
        </p:nvSpPr>
        <p:spPr>
          <a:xfrm>
            <a:off x="3295650" y="256544"/>
            <a:ext cx="5420206" cy="353546"/>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sz="1588"/>
          </a:p>
        </p:txBody>
      </p:sp>
      <p:pic>
        <p:nvPicPr>
          <p:cNvPr id="20" name="bg object 20"/>
          <p:cNvPicPr/>
          <p:nvPr/>
        </p:nvPicPr>
        <p:blipFill>
          <a:blip r:embed="rId5" cstate="print"/>
          <a:stretch>
            <a:fillRect/>
          </a:stretch>
        </p:blipFill>
        <p:spPr>
          <a:xfrm>
            <a:off x="3990975" y="249565"/>
            <a:ext cx="4091051" cy="50268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441380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 /><Relationship Id="rId13" Type="http://schemas.openxmlformats.org/officeDocument/2006/relationships/image" Target="../media/image11.png" /><Relationship Id="rId3" Type="http://schemas.openxmlformats.org/officeDocument/2006/relationships/image" Target="../media/image6.png" /><Relationship Id="rId7" Type="http://schemas.openxmlformats.org/officeDocument/2006/relationships/image" Target="../media/image8.png" /><Relationship Id="rId12" Type="http://schemas.openxmlformats.org/officeDocument/2006/relationships/customXml" Target="../ink/ink5.xml" /><Relationship Id="rId2" Type="http://schemas.openxmlformats.org/officeDocument/2006/relationships/notesSlide" Target="../notesSlides/notesSlide1.xml" /><Relationship Id="rId1" Type="http://schemas.openxmlformats.org/officeDocument/2006/relationships/slideLayout" Target="../slideLayouts/slideLayout2.xml" /><Relationship Id="rId6" Type="http://schemas.openxmlformats.org/officeDocument/2006/relationships/customXml" Target="../ink/ink2.xml" /><Relationship Id="rId11" Type="http://schemas.openxmlformats.org/officeDocument/2006/relationships/image" Target="../media/image10.png" /><Relationship Id="rId5" Type="http://schemas.openxmlformats.org/officeDocument/2006/relationships/image" Target="../media/image7.png" /><Relationship Id="rId15" Type="http://schemas.openxmlformats.org/officeDocument/2006/relationships/image" Target="../media/image12.png" /><Relationship Id="rId10" Type="http://schemas.openxmlformats.org/officeDocument/2006/relationships/customXml" Target="../ink/ink4.xml" /><Relationship Id="rId4" Type="http://schemas.openxmlformats.org/officeDocument/2006/relationships/customXml" Target="../ink/ink1.xml" /><Relationship Id="rId9" Type="http://schemas.openxmlformats.org/officeDocument/2006/relationships/image" Target="../media/image9.png" /><Relationship Id="rId14" Type="http://schemas.openxmlformats.org/officeDocument/2006/relationships/customXml" Target="../ink/ink6.xml" /></Relationships>
</file>

<file path=ppt/slides/_rels/slide2.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7.jpg" /><Relationship Id="rId1" Type="http://schemas.openxmlformats.org/officeDocument/2006/relationships/slideLayout" Target="../slideLayouts/slideLayout4.xml" /><Relationship Id="rId5" Type="http://schemas.openxmlformats.org/officeDocument/2006/relationships/image" Target="../media/image1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8" Type="http://schemas.openxmlformats.org/officeDocument/2006/relationships/image" Target="../media/image18.png" /><Relationship Id="rId3" Type="http://schemas.openxmlformats.org/officeDocument/2006/relationships/image" Target="../media/image15.jpeg" /><Relationship Id="rId7" Type="http://schemas.openxmlformats.org/officeDocument/2006/relationships/customXml" Target="../ink/ink8.xml" /><Relationship Id="rId2" Type="http://schemas.openxmlformats.org/officeDocument/2006/relationships/notesSlide" Target="../notesSlides/notesSlide2.xml" /><Relationship Id="rId1" Type="http://schemas.openxmlformats.org/officeDocument/2006/relationships/slideLayout" Target="../slideLayouts/slideLayout2.xml" /><Relationship Id="rId6" Type="http://schemas.openxmlformats.org/officeDocument/2006/relationships/image" Target="../media/image12.png" /><Relationship Id="rId5" Type="http://schemas.openxmlformats.org/officeDocument/2006/relationships/customXml" Target="../ink/ink7.xml" /><Relationship Id="rId4" Type="http://schemas.openxmlformats.org/officeDocument/2006/relationships/image" Target="../media/image16.png" /></Relationships>
</file>

<file path=ppt/slides/_rels/slide4.xml.rels><?xml version="1.0" encoding="UTF-8" standalone="yes"?>
<Relationships xmlns="http://schemas.openxmlformats.org/package/2006/relationships"><Relationship Id="rId3" Type="http://schemas.openxmlformats.org/officeDocument/2006/relationships/customXml" Target="../ink/ink9.xml" /><Relationship Id="rId7" Type="http://schemas.openxmlformats.org/officeDocument/2006/relationships/image" Target="../media/image17.png" /><Relationship Id="rId2" Type="http://schemas.openxmlformats.org/officeDocument/2006/relationships/notesSlide" Target="../notesSlides/notesSlide3.xml" /><Relationship Id="rId1" Type="http://schemas.openxmlformats.org/officeDocument/2006/relationships/slideLayout" Target="../slideLayouts/slideLayout2.xml" /><Relationship Id="rId6" Type="http://schemas.openxmlformats.org/officeDocument/2006/relationships/image" Target="../media/image12.png" /><Relationship Id="rId5" Type="http://schemas.openxmlformats.org/officeDocument/2006/relationships/customXml" Target="../ink/ink10.xml" /><Relationship Id="rId4" Type="http://schemas.openxmlformats.org/officeDocument/2006/relationships/image" Target="../media/image19.png" /></Relationships>
</file>

<file path=ppt/slides/_rels/slide5.xml.rels><?xml version="1.0" encoding="UTF-8" standalone="yes"?>
<Relationships xmlns="http://schemas.openxmlformats.org/package/2006/relationships"><Relationship Id="rId8" Type="http://schemas.openxmlformats.org/officeDocument/2006/relationships/image" Target="../media/image22.png" /><Relationship Id="rId3" Type="http://schemas.openxmlformats.org/officeDocument/2006/relationships/image" Target="../media/image15.jpeg" /><Relationship Id="rId7" Type="http://schemas.openxmlformats.org/officeDocument/2006/relationships/customXml" Target="../ink/ink12.xml"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12.png" /><Relationship Id="rId5" Type="http://schemas.openxmlformats.org/officeDocument/2006/relationships/customXml" Target="../ink/ink11.xml" /><Relationship Id="rId10" Type="http://schemas.openxmlformats.org/officeDocument/2006/relationships/image" Target="../media/image23.png" /><Relationship Id="rId4" Type="http://schemas.openxmlformats.org/officeDocument/2006/relationships/image" Target="../media/image20.png" /><Relationship Id="rId9" Type="http://schemas.openxmlformats.org/officeDocument/2006/relationships/customXml" Target="../ink/ink13.xml" /></Relationships>
</file>

<file path=ppt/slides/_rels/slide6.xml.rels><?xml version="1.0" encoding="UTF-8" standalone="yes"?>
<Relationships xmlns="http://schemas.openxmlformats.org/package/2006/relationships"><Relationship Id="rId8" Type="http://schemas.openxmlformats.org/officeDocument/2006/relationships/image" Target="../media/image25.png" /><Relationship Id="rId13" Type="http://schemas.openxmlformats.org/officeDocument/2006/relationships/image" Target="../media/image27.png" /><Relationship Id="rId3" Type="http://schemas.openxmlformats.org/officeDocument/2006/relationships/image" Target="../media/image21.png" /><Relationship Id="rId7" Type="http://schemas.openxmlformats.org/officeDocument/2006/relationships/customXml" Target="../ink/ink16.xml" /><Relationship Id="rId12" Type="http://schemas.openxmlformats.org/officeDocument/2006/relationships/customXml" Target="../ink/ink19.xml" /><Relationship Id="rId2" Type="http://schemas.openxmlformats.org/officeDocument/2006/relationships/notesSlide" Target="../notesSlides/notesSlide5.xml" /><Relationship Id="rId16" Type="http://schemas.openxmlformats.org/officeDocument/2006/relationships/image" Target="../media/image15.jpeg" /><Relationship Id="rId1" Type="http://schemas.openxmlformats.org/officeDocument/2006/relationships/slideLayout" Target="../slideLayouts/slideLayout2.xml" /><Relationship Id="rId6" Type="http://schemas.openxmlformats.org/officeDocument/2006/relationships/customXml" Target="../ink/ink15.xml" /><Relationship Id="rId11" Type="http://schemas.openxmlformats.org/officeDocument/2006/relationships/customXml" Target="../ink/ink18.xml" /><Relationship Id="rId5" Type="http://schemas.openxmlformats.org/officeDocument/2006/relationships/image" Target="../media/image12.png" /><Relationship Id="rId15" Type="http://schemas.openxmlformats.org/officeDocument/2006/relationships/image" Target="../media/image28.png" /><Relationship Id="rId10" Type="http://schemas.openxmlformats.org/officeDocument/2006/relationships/image" Target="../media/image26.png" /><Relationship Id="rId4" Type="http://schemas.openxmlformats.org/officeDocument/2006/relationships/customXml" Target="../ink/ink14.xml" /><Relationship Id="rId9" Type="http://schemas.openxmlformats.org/officeDocument/2006/relationships/customXml" Target="../ink/ink17.xml" /><Relationship Id="rId14" Type="http://schemas.openxmlformats.org/officeDocument/2006/relationships/customXml" Target="../ink/ink20.xml" /></Relationships>
</file>

<file path=ppt/slides/_rels/slide7.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notesSlide" Target="../notesSlides/notesSlide6.xml" /><Relationship Id="rId1" Type="http://schemas.openxmlformats.org/officeDocument/2006/relationships/slideLayout" Target="../slideLayouts/slideLayout2.xml" /><Relationship Id="rId5" Type="http://schemas.openxmlformats.org/officeDocument/2006/relationships/image" Target="../media/image30.png" /><Relationship Id="rId4" Type="http://schemas.openxmlformats.org/officeDocument/2006/relationships/customXml" Target="../ink/ink21.xml" /></Relationships>
</file>

<file path=ppt/slides/_rels/slide9.xml.rels><?xml version="1.0" encoding="UTF-8" standalone="yes"?>
<Relationships xmlns="http://schemas.openxmlformats.org/package/2006/relationships"><Relationship Id="rId8" Type="http://schemas.openxmlformats.org/officeDocument/2006/relationships/customXml" Target="../ink/ink25.xml" /><Relationship Id="rId3" Type="http://schemas.openxmlformats.org/officeDocument/2006/relationships/image" Target="../media/image36.png" /><Relationship Id="rId7" Type="http://schemas.openxmlformats.org/officeDocument/2006/relationships/image" Target="../media/image39.png" /><Relationship Id="rId2" Type="http://schemas.openxmlformats.org/officeDocument/2006/relationships/customXml" Target="../ink/ink22.xml" /><Relationship Id="rId1" Type="http://schemas.openxmlformats.org/officeDocument/2006/relationships/slideLayout" Target="../slideLayouts/slideLayout2.xml" /><Relationship Id="rId6" Type="http://schemas.openxmlformats.org/officeDocument/2006/relationships/customXml" Target="../ink/ink24.xml" /><Relationship Id="rId5" Type="http://schemas.openxmlformats.org/officeDocument/2006/relationships/image" Target="../media/image38.png" /><Relationship Id="rId10" Type="http://schemas.openxmlformats.org/officeDocument/2006/relationships/image" Target="../media/image29.png" /><Relationship Id="rId4" Type="http://schemas.openxmlformats.org/officeDocument/2006/relationships/customXml" Target="../ink/ink23.xml" /><Relationship Id="rId9" Type="http://schemas.openxmlformats.org/officeDocument/2006/relationships/image" Target="../media/image40.png" /></Relationships>
</file>

<file path=ppt/slides/_rels/slide10.xml.rels><?xml version="1.0" encoding="UTF-8" standalone="yes"?>
<Relationships xmlns="http://schemas.openxmlformats.org/package/2006/relationships"><Relationship Id="rId8" Type="http://schemas.openxmlformats.org/officeDocument/2006/relationships/image" Target="../media/image34.png" /><Relationship Id="rId3" Type="http://schemas.openxmlformats.org/officeDocument/2006/relationships/customXml" Target="../ink/ink26.xml" /><Relationship Id="rId7" Type="http://schemas.openxmlformats.org/officeDocument/2006/relationships/customXml" Target="../ink/ink28.xml" /><Relationship Id="rId12" Type="http://schemas.openxmlformats.org/officeDocument/2006/relationships/image" Target="../media/image36.png" /><Relationship Id="rId2" Type="http://schemas.openxmlformats.org/officeDocument/2006/relationships/image" Target="../media/image31.png" /><Relationship Id="rId1" Type="http://schemas.openxmlformats.org/officeDocument/2006/relationships/slideLayout" Target="../slideLayouts/slideLayout3.xml" /><Relationship Id="rId6" Type="http://schemas.openxmlformats.org/officeDocument/2006/relationships/image" Target="../media/image33.png" /><Relationship Id="rId11" Type="http://schemas.openxmlformats.org/officeDocument/2006/relationships/customXml" Target="../ink/ink30.xml" /><Relationship Id="rId5" Type="http://schemas.openxmlformats.org/officeDocument/2006/relationships/customXml" Target="../ink/ink27.xml" /><Relationship Id="rId10" Type="http://schemas.openxmlformats.org/officeDocument/2006/relationships/image" Target="../media/image35.png" /><Relationship Id="rId4" Type="http://schemas.openxmlformats.org/officeDocument/2006/relationships/image" Target="../media/image32.png" /><Relationship Id="rId9" Type="http://schemas.openxmlformats.org/officeDocument/2006/relationships/customXml" Target="../ink/ink29.xml" /></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avanipriyakuppala-source/team-19-BANK-ACCOUNT-MANAGEMENT-SYSTEM" TargetMode="External" /><Relationship Id="rId2" Type="http://schemas.openxmlformats.org/officeDocument/2006/relationships/image" Target="../media/image32.tmp"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2" Type="http://schemas.openxmlformats.org/officeDocument/2006/relationships/image" Target="../media/image37.png"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2" Type="http://schemas.openxmlformats.org/officeDocument/2006/relationships/image" Target="../media/image41.png"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image" Target="../media/image42.png"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image" Target="../media/image43.png"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3" Type="http://schemas.openxmlformats.org/officeDocument/2006/relationships/hyperlink" Target="http://C:/Users/pavit/Downloads/Bank_Account_Management_System_DBMS_Documentation.docx" TargetMode="External" /><Relationship Id="rId2" Type="http://schemas.openxmlformats.org/officeDocument/2006/relationships/hyperlink" Target="file:///C:/Users/pavit/Downloads/Bank_Account_Management_System_DBMS_Documentation%20(1).docx" TargetMode="External"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8" Type="http://schemas.openxmlformats.org/officeDocument/2006/relationships/image" Target="../media/image51.png" /><Relationship Id="rId13" Type="http://schemas.openxmlformats.org/officeDocument/2006/relationships/image" Target="../media/image56.png" /><Relationship Id="rId3" Type="http://schemas.openxmlformats.org/officeDocument/2006/relationships/image" Target="../media/image46.png" /><Relationship Id="rId7" Type="http://schemas.openxmlformats.org/officeDocument/2006/relationships/image" Target="../media/image50.png" /><Relationship Id="rId12" Type="http://schemas.openxmlformats.org/officeDocument/2006/relationships/image" Target="../media/image55.png" /><Relationship Id="rId2" Type="http://schemas.openxmlformats.org/officeDocument/2006/relationships/image" Target="../media/image45.png" /><Relationship Id="rId1" Type="http://schemas.openxmlformats.org/officeDocument/2006/relationships/slideLayout" Target="../slideLayouts/slideLayout3.xml" /><Relationship Id="rId6" Type="http://schemas.openxmlformats.org/officeDocument/2006/relationships/image" Target="../media/image49.png" /><Relationship Id="rId11" Type="http://schemas.openxmlformats.org/officeDocument/2006/relationships/image" Target="../media/image54.png" /><Relationship Id="rId5" Type="http://schemas.openxmlformats.org/officeDocument/2006/relationships/image" Target="../media/image48.png" /><Relationship Id="rId15" Type="http://schemas.openxmlformats.org/officeDocument/2006/relationships/image" Target="../media/image15.jpeg" /><Relationship Id="rId10" Type="http://schemas.openxmlformats.org/officeDocument/2006/relationships/image" Target="../media/image53.png" /><Relationship Id="rId4" Type="http://schemas.openxmlformats.org/officeDocument/2006/relationships/image" Target="../media/image47.png" /><Relationship Id="rId9" Type="http://schemas.openxmlformats.org/officeDocument/2006/relationships/image" Target="../media/image52.png" /><Relationship Id="rId14" Type="http://schemas.openxmlformats.org/officeDocument/2006/relationships/image" Target="../media/image57.png" /></Relationships>
</file>

<file path=ppt/slides/_rels/slide19.xml.rels><?xml version="1.0" encoding="UTF-8" standalone="yes"?>
<Relationships xmlns="http://schemas.openxmlformats.org/package/2006/relationships"><Relationship Id="rId2" Type="http://schemas.openxmlformats.org/officeDocument/2006/relationships/image" Target="../media/image58.png"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2" Type="http://schemas.openxmlformats.org/officeDocument/2006/relationships/image" Target="../media/image59.png"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909822" y="2569580"/>
            <a:ext cx="9051403" cy="1689904"/>
          </a:xfrm>
          <a:prstGeom prst="rect">
            <a:avLst/>
          </a:prstGeom>
          <a:noFill/>
          <a:ln/>
        </p:spPr>
        <p:txBody>
          <a:bodyPr wrap="square" lIns="0" tIns="0" rIns="0" bIns="0" rtlCol="0" anchor="t">
            <a:normAutofit/>
          </a:bodyPr>
          <a:lstStyle/>
          <a:p>
            <a:pPr marL="0" indent="0" algn="l">
              <a:lnSpc>
                <a:spcPct val="104000"/>
              </a:lnSpc>
              <a:buNone/>
            </a:pPr>
            <a:r>
              <a:rPr lang="en-US" sz="3600" dirty="0">
                <a:ln w="0"/>
                <a:solidFill>
                  <a:schemeClr val="accent1"/>
                </a:solidFill>
                <a:effectLst>
                  <a:innerShdw blurRad="114300">
                    <a:prstClr val="black"/>
                  </a:innerShdw>
                </a:effectLst>
                <a:latin typeface="Platypi Medium" pitchFamily="34" charset="0"/>
                <a:ea typeface="Platypi Medium" pitchFamily="34" charset="-122"/>
                <a:cs typeface="Platypi Medium" pitchFamily="34" charset="-120"/>
              </a:rPr>
              <a:t>Bank Account Management System</a:t>
            </a:r>
            <a:endParaRPr lang="en-US" sz="3600" dirty="0">
              <a:ln w="0"/>
              <a:solidFill>
                <a:schemeClr val="accent1"/>
              </a:solidFill>
              <a:effectLst>
                <a:innerShdw blurRad="114300">
                  <a:prstClr val="black"/>
                </a:innerShdw>
              </a:effectLst>
            </a:endParaRPr>
          </a:p>
        </p:txBody>
      </p:sp>
      <p:sp>
        <p:nvSpPr>
          <p:cNvPr id="4" name="Text 1"/>
          <p:cNvSpPr/>
          <p:nvPr/>
        </p:nvSpPr>
        <p:spPr>
          <a:xfrm>
            <a:off x="2511706" y="1713052"/>
            <a:ext cx="6910086" cy="856527"/>
          </a:xfrm>
          <a:prstGeom prst="rect">
            <a:avLst/>
          </a:prstGeom>
          <a:noFill/>
          <a:ln/>
        </p:spPr>
        <p:txBody>
          <a:bodyPr wrap="none" lIns="0" tIns="0" rIns="0" bIns="0" rtlCol="0" anchor="t"/>
          <a:lstStyle/>
          <a:p>
            <a:pPr marL="0" indent="0" algn="l">
              <a:lnSpc>
                <a:spcPct val="133000"/>
              </a:lnSpc>
              <a:buNone/>
            </a:pPr>
            <a:r>
              <a:rPr lang="en-US" sz="2800">
                <a:solidFill>
                  <a:srgbClr val="504C49"/>
                </a:solidFill>
                <a:latin typeface="Source Serif 4" pitchFamily="34" charset="0"/>
                <a:ea typeface="Source Serif 4" pitchFamily="34" charset="-122"/>
                <a:cs typeface="Source Serif 4" pitchFamily="34" charset="-120"/>
              </a:rPr>
              <a:t>DBMS</a:t>
            </a:r>
            <a:r>
              <a:rPr lang="en-US" sz="1450">
                <a:solidFill>
                  <a:srgbClr val="504C49"/>
                </a:solidFill>
                <a:latin typeface="Source Serif 4" pitchFamily="34" charset="0"/>
                <a:ea typeface="Source Serif 4" pitchFamily="34" charset="-122"/>
                <a:cs typeface="Source Serif 4" pitchFamily="34" charset="-120"/>
              </a:rPr>
              <a:t> </a:t>
            </a:r>
            <a:r>
              <a:rPr lang="en-US" sz="2800">
                <a:solidFill>
                  <a:srgbClr val="504C49"/>
                </a:solidFill>
                <a:latin typeface="Source Serif 4" pitchFamily="34" charset="0"/>
                <a:ea typeface="Source Serif 4" pitchFamily="34" charset="-122"/>
                <a:cs typeface="Source Serif 4" pitchFamily="34" charset="-120"/>
              </a:rPr>
              <a:t>Capstone</a:t>
            </a:r>
            <a:r>
              <a:rPr lang="en-US" sz="1450">
                <a:solidFill>
                  <a:srgbClr val="504C49"/>
                </a:solidFill>
                <a:latin typeface="Source Serif 4" pitchFamily="34" charset="0"/>
                <a:ea typeface="Source Serif 4" pitchFamily="34" charset="-122"/>
                <a:cs typeface="Source Serif 4" pitchFamily="34" charset="-120"/>
              </a:rPr>
              <a:t> </a:t>
            </a:r>
            <a:r>
              <a:rPr lang="en-US" sz="2800">
                <a:solidFill>
                  <a:srgbClr val="504C49"/>
                </a:solidFill>
                <a:latin typeface="Source Serif 4" pitchFamily="34" charset="0"/>
                <a:ea typeface="Source Serif 4" pitchFamily="34" charset="-122"/>
                <a:cs typeface="Source Serif 4" pitchFamily="34" charset="-120"/>
              </a:rPr>
              <a:t>Project Review-1 2026-27</a:t>
            </a:r>
            <a:endParaRPr lang="en-US" sz="2800"/>
          </a:p>
        </p:txBody>
      </p:sp>
      <p:pic>
        <p:nvPicPr>
          <p:cNvPr id="7" name="Picture 6">
            <a:extLst>
              <a:ext uri="{FF2B5EF4-FFF2-40B4-BE49-F238E27FC236}">
                <a16:creationId xmlns:a16="http://schemas.microsoft.com/office/drawing/2014/main" id="{011015D7-9C55-3369-6031-3A84DD04717A}"/>
              </a:ext>
            </a:extLst>
          </p:cNvPr>
          <p:cNvPicPr>
            <a:picLocks noChangeAspect="1"/>
          </p:cNvPicPr>
          <p:nvPr/>
        </p:nvPicPr>
        <p:blipFill>
          <a:blip r:embed="rId3"/>
          <a:stretch>
            <a:fillRect/>
          </a:stretch>
        </p:blipFill>
        <p:spPr>
          <a:xfrm>
            <a:off x="2152891" y="509878"/>
            <a:ext cx="7554698" cy="994831"/>
          </a:xfrm>
          <a:prstGeom prst="rect">
            <a:avLst/>
          </a:prstGeom>
        </p:spPr>
      </p:pic>
      <p:sp>
        <p:nvSpPr>
          <p:cNvPr id="10" name="Rectangle 9">
            <a:extLst>
              <a:ext uri="{FF2B5EF4-FFF2-40B4-BE49-F238E27FC236}">
                <a16:creationId xmlns:a16="http://schemas.microsoft.com/office/drawing/2014/main" id="{2EC781C5-F12E-EB34-3368-1884C57943AA}"/>
              </a:ext>
            </a:extLst>
          </p:cNvPr>
          <p:cNvSpPr/>
          <p:nvPr/>
        </p:nvSpPr>
        <p:spPr>
          <a:xfrm>
            <a:off x="1792827" y="3326591"/>
            <a:ext cx="4303173" cy="199776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IN" dirty="0">
                <a:solidFill>
                  <a:srgbClr val="C00000"/>
                </a:solidFill>
              </a:rPr>
              <a:t>Presented</a:t>
            </a:r>
            <a:r>
              <a:rPr lang="en-IN" dirty="0"/>
              <a:t> </a:t>
            </a:r>
            <a:r>
              <a:rPr lang="en-IN" dirty="0">
                <a:solidFill>
                  <a:srgbClr val="C00000"/>
                </a:solidFill>
              </a:rPr>
              <a:t>by:</a:t>
            </a:r>
          </a:p>
          <a:p>
            <a:pPr fontAlgn="b"/>
            <a:r>
              <a:rPr lang="en-IN" dirty="0"/>
              <a:t>2</a:t>
            </a:r>
            <a:r>
              <a:rPr lang="en-US" dirty="0"/>
              <a:t>6B21AI061</a:t>
            </a:r>
            <a:r>
              <a:rPr lang="en-IN" sz="3200" dirty="0"/>
              <a:t> </a:t>
            </a:r>
            <a:r>
              <a:rPr lang="en-US" sz="2000" dirty="0" err="1"/>
              <a:t>kuppala</a:t>
            </a:r>
            <a:r>
              <a:rPr lang="en-US" sz="2000" dirty="0"/>
              <a:t> </a:t>
            </a:r>
            <a:r>
              <a:rPr lang="en-US" sz="2000" dirty="0" err="1"/>
              <a:t>pavani</a:t>
            </a:r>
            <a:r>
              <a:rPr lang="en-US" sz="2000" dirty="0"/>
              <a:t> </a:t>
            </a:r>
            <a:r>
              <a:rPr lang="en-US" sz="2000" dirty="0" err="1"/>
              <a:t>priya</a:t>
            </a:r>
            <a:r>
              <a:rPr lang="en-US" sz="2000" dirty="0"/>
              <a:t>.     </a:t>
            </a:r>
          </a:p>
          <a:p>
            <a:pPr fontAlgn="b"/>
            <a:r>
              <a:rPr lang="en-IN" dirty="0"/>
              <a:t>2</a:t>
            </a:r>
            <a:r>
              <a:rPr lang="en-US" dirty="0"/>
              <a:t>6B21AI076</a:t>
            </a:r>
            <a:r>
              <a:rPr lang="en-IN" sz="3200" dirty="0"/>
              <a:t> </a:t>
            </a:r>
            <a:r>
              <a:rPr lang="en-US" dirty="0" err="1"/>
              <a:t>Mutyala</a:t>
            </a:r>
            <a:r>
              <a:rPr lang="en-US" dirty="0"/>
              <a:t> </a:t>
            </a:r>
            <a:r>
              <a:rPr lang="en-US" dirty="0" err="1"/>
              <a:t>navya</a:t>
            </a:r>
            <a:r>
              <a:rPr lang="en-US" dirty="0"/>
              <a:t> </a:t>
            </a:r>
            <a:r>
              <a:rPr lang="en-US" dirty="0" err="1"/>
              <a:t>santhosini</a:t>
            </a:r>
            <a:endParaRPr lang="en-IN" sz="3200" dirty="0"/>
          </a:p>
          <a:p>
            <a:pPr fontAlgn="b"/>
            <a:r>
              <a:rPr lang="en-US" dirty="0"/>
              <a:t>26B21AI098 P S V </a:t>
            </a:r>
            <a:r>
              <a:rPr lang="en-US" dirty="0" err="1"/>
              <a:t>Subrahmanyam</a:t>
            </a:r>
            <a:r>
              <a:rPr lang="en-US" dirty="0"/>
              <a:t> </a:t>
            </a:r>
            <a:endParaRPr lang="en-IN" dirty="0"/>
          </a:p>
          <a:p>
            <a:pPr algn="ctr"/>
            <a:endParaRPr lang="en-IN" dirty="0"/>
          </a:p>
        </p:txBody>
      </p:sp>
      <p:sp>
        <p:nvSpPr>
          <p:cNvPr id="13" name="TextBox 12">
            <a:extLst>
              <a:ext uri="{FF2B5EF4-FFF2-40B4-BE49-F238E27FC236}">
                <a16:creationId xmlns:a16="http://schemas.microsoft.com/office/drawing/2014/main" id="{0CEBB912-88ED-E763-10BC-803BC059581B}"/>
              </a:ext>
            </a:extLst>
          </p:cNvPr>
          <p:cNvSpPr txBox="1"/>
          <p:nvPr/>
        </p:nvSpPr>
        <p:spPr>
          <a:xfrm>
            <a:off x="7382328" y="3898096"/>
            <a:ext cx="4047672" cy="1477328"/>
          </a:xfrm>
          <a:prstGeom prst="rect">
            <a:avLst/>
          </a:prstGeom>
          <a:noFill/>
        </p:spPr>
        <p:txBody>
          <a:bodyPr wrap="square" rtlCol="0">
            <a:spAutoFit/>
          </a:bodyPr>
          <a:lstStyle/>
          <a:p>
            <a:r>
              <a:rPr lang="en-IN" dirty="0">
                <a:solidFill>
                  <a:srgbClr val="C00000"/>
                </a:solidFill>
                <a:latin typeface="Source Serif 4" panose="020B0604020202020204" charset="0"/>
                <a:ea typeface="Source Serif 4" panose="020B0604020202020204" charset="0"/>
              </a:rPr>
              <a:t>Guided</a:t>
            </a:r>
            <a:r>
              <a:rPr lang="en-IN" dirty="0"/>
              <a:t> </a:t>
            </a:r>
            <a:r>
              <a:rPr lang="en-IN" dirty="0">
                <a:solidFill>
                  <a:srgbClr val="C00000"/>
                </a:solidFill>
                <a:latin typeface="Source Serif 4" panose="020B0604020202020204" charset="0"/>
                <a:ea typeface="Source Serif 4" panose="020B0604020202020204" charset="0"/>
              </a:rPr>
              <a:t>by</a:t>
            </a:r>
            <a:r>
              <a:rPr lang="en-IN" dirty="0">
                <a:solidFill>
                  <a:srgbClr val="C00000"/>
                </a:solidFill>
              </a:rPr>
              <a:t>:</a:t>
            </a:r>
          </a:p>
          <a:p>
            <a:r>
              <a:rPr lang="en-IN" dirty="0">
                <a:solidFill>
                  <a:srgbClr val="C00000"/>
                </a:solidFill>
              </a:rPr>
              <a:t>	     </a:t>
            </a:r>
            <a:r>
              <a:rPr lang="en-IN" dirty="0"/>
              <a:t>Mrs</a:t>
            </a:r>
            <a:r>
              <a:rPr lang="en-IN" dirty="0">
                <a:solidFill>
                  <a:srgbClr val="C00000"/>
                </a:solidFill>
              </a:rPr>
              <a:t> </a:t>
            </a:r>
            <a:r>
              <a:rPr lang="en-IN" dirty="0">
                <a:latin typeface="Times New Roman" panose="02020603050405020304" pitchFamily="18" charset="0"/>
                <a:cs typeface="Times New Roman" panose="02020603050405020304" pitchFamily="18" charset="0"/>
              </a:rPr>
              <a:t>G L </a:t>
            </a:r>
            <a:r>
              <a:rPr lang="en-IN" dirty="0" err="1">
                <a:latin typeface="Times New Roman" panose="02020603050405020304" pitchFamily="18" charset="0"/>
                <a:cs typeface="Times New Roman" panose="02020603050405020304" pitchFamily="18" charset="0"/>
              </a:rPr>
              <a:t>Narasamba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Vanguri</a:t>
            </a:r>
            <a:endParaRPr lang="en-IN" dirty="0">
              <a:solidFill>
                <a:srgbClr val="C00000"/>
              </a:solidFill>
              <a:latin typeface="Times New Roman" panose="02020603050405020304" pitchFamily="18" charset="0"/>
              <a:cs typeface="Times New Roman" panose="02020603050405020304" pitchFamily="18" charset="0"/>
            </a:endParaRPr>
          </a:p>
          <a:p>
            <a:r>
              <a:rPr lang="en-IN" dirty="0">
                <a:solidFill>
                  <a:srgbClr val="C00000"/>
                </a:solidFill>
                <a:latin typeface="Times New Roman" panose="02020603050405020304" pitchFamily="18" charset="0"/>
                <a:cs typeface="Times New Roman" panose="02020603050405020304" pitchFamily="18" charset="0"/>
              </a:rPr>
              <a:t>                   </a:t>
            </a:r>
          </a:p>
          <a:p>
            <a:r>
              <a:rPr lang="en-IN" dirty="0">
                <a:solidFill>
                  <a:srgbClr val="C00000"/>
                </a:solidFill>
              </a:rPr>
              <a:t>                                                                                                                                                                                                                                                                                                                                                                                                                                                                                                                                                                                                                                                                                                                                                                                                                                                                                                           </a:t>
            </a:r>
          </a:p>
          <a:p>
            <a:endParaRPr lang="en-IN" dirty="0"/>
          </a:p>
        </p:txBody>
      </p:sp>
      <p:sp>
        <p:nvSpPr>
          <p:cNvPr id="15" name="Rectangle 14">
            <a:extLst>
              <a:ext uri="{FF2B5EF4-FFF2-40B4-BE49-F238E27FC236}">
                <a16:creationId xmlns:a16="http://schemas.microsoft.com/office/drawing/2014/main" id="{5FA60859-1779-81E7-923A-895D2B6CBCDB}"/>
              </a:ext>
            </a:extLst>
          </p:cNvPr>
          <p:cNvSpPr/>
          <p:nvPr/>
        </p:nvSpPr>
        <p:spPr>
          <a:xfrm>
            <a:off x="1666241" y="5324355"/>
            <a:ext cx="9426164" cy="87324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a:solidFill>
                  <a:srgbClr val="FF0000"/>
                </a:solidFill>
                <a:latin typeface="Source Serif 4" panose="020B0604020202020204" charset="0"/>
                <a:ea typeface="Source Serif 4" panose="020B0604020202020204" charset="0"/>
              </a:rPr>
              <a:t>Department</a:t>
            </a:r>
            <a:r>
              <a:rPr lang="en-IN" sz="2400">
                <a:latin typeface="Source Serif 4" panose="020B0604020202020204" charset="0"/>
                <a:ea typeface="Source Serif 4" panose="020B0604020202020204" charset="0"/>
              </a:rPr>
              <a:t> : </a:t>
            </a:r>
            <a:r>
              <a:rPr lang="en-IN" sz="2400">
                <a:ln w="0"/>
                <a:solidFill>
                  <a:schemeClr val="accent1"/>
                </a:solidFill>
                <a:effectLst>
                  <a:outerShdw blurRad="50800" dist="38100" dir="16200000" rotWithShape="0">
                    <a:prstClr val="black">
                      <a:alpha val="40000"/>
                    </a:prstClr>
                  </a:outerShdw>
                </a:effectLst>
                <a:latin typeface="Source Serif 4" panose="020B0604020202020204" charset="0"/>
                <a:ea typeface="Source Serif 4" panose="020B0604020202020204" charset="0"/>
              </a:rPr>
              <a:t>Artificial Intelligence and Machine Learning</a:t>
            </a:r>
            <a:endParaRPr lang="en-IN" sz="2400">
              <a:effectLst>
                <a:outerShdw blurRad="50800" dist="38100" dir="16200000" rotWithShape="0">
                  <a:prstClr val="black">
                    <a:alpha val="40000"/>
                  </a:prstClr>
                </a:outerShdw>
              </a:effectLst>
              <a:latin typeface="Source Serif 4" panose="020B0604020202020204" charset="0"/>
              <a:ea typeface="Source Serif 4" panose="020B0604020202020204" charset="0"/>
            </a:endParaRP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C2331C8-E7EF-3ED5-35E4-1DC3A40FDE34}"/>
                  </a:ext>
                </a:extLst>
              </p14:cNvPr>
              <p14:cNvContentPartPr/>
              <p14:nvPr/>
            </p14:nvContentPartPr>
            <p14:xfrm>
              <a:off x="11216360" y="6685200"/>
              <a:ext cx="569520" cy="720"/>
            </p14:xfrm>
          </p:contentPart>
        </mc:Choice>
        <mc:Fallback xmlns="">
          <p:pic>
            <p:nvPicPr>
              <p:cNvPr id="6" name="Ink 5">
                <a:extLst>
                  <a:ext uri="{FF2B5EF4-FFF2-40B4-BE49-F238E27FC236}">
                    <a16:creationId xmlns:a16="http://schemas.microsoft.com/office/drawing/2014/main" id="{BC2331C8-E7EF-3ED5-35E4-1DC3A40FDE34}"/>
                  </a:ext>
                </a:extLst>
              </p:cNvPr>
              <p:cNvPicPr/>
              <p:nvPr/>
            </p:nvPicPr>
            <p:blipFill>
              <a:blip r:embed="rId5"/>
              <a:stretch>
                <a:fillRect/>
              </a:stretch>
            </p:blipFill>
            <p:spPr>
              <a:xfrm>
                <a:off x="11153360" y="6559200"/>
                <a:ext cx="6951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0A67C2F3-6D16-5681-03BE-257EEB96980B}"/>
                  </a:ext>
                </a:extLst>
              </p14:cNvPr>
              <p14:cNvContentPartPr/>
              <p14:nvPr/>
            </p14:nvContentPartPr>
            <p14:xfrm>
              <a:off x="11259861" y="6574536"/>
              <a:ext cx="674398" cy="136008"/>
            </p14:xfrm>
          </p:contentPart>
        </mc:Choice>
        <mc:Fallback xmlns="">
          <p:pic>
            <p:nvPicPr>
              <p:cNvPr id="9" name="Ink 8">
                <a:extLst>
                  <a:ext uri="{FF2B5EF4-FFF2-40B4-BE49-F238E27FC236}">
                    <a16:creationId xmlns:a16="http://schemas.microsoft.com/office/drawing/2014/main" id="{0A67C2F3-6D16-5681-03BE-257EEB96980B}"/>
                  </a:ext>
                </a:extLst>
              </p:cNvPr>
              <p:cNvPicPr/>
              <p:nvPr/>
            </p:nvPicPr>
            <p:blipFill>
              <a:blip r:embed="rId7"/>
              <a:stretch>
                <a:fillRect/>
              </a:stretch>
            </p:blipFill>
            <p:spPr>
              <a:xfrm>
                <a:off x="11196884" y="6511402"/>
                <a:ext cx="799993" cy="26191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4628E023-25A4-9EA1-27D4-B618A1B45527}"/>
                  </a:ext>
                </a:extLst>
              </p14:cNvPr>
              <p14:cNvContentPartPr/>
              <p14:nvPr/>
            </p14:nvContentPartPr>
            <p14:xfrm>
              <a:off x="11153360" y="6633360"/>
              <a:ext cx="915480" cy="165240"/>
            </p14:xfrm>
          </p:contentPart>
        </mc:Choice>
        <mc:Fallback xmlns="">
          <p:pic>
            <p:nvPicPr>
              <p:cNvPr id="11" name="Ink 10">
                <a:extLst>
                  <a:ext uri="{FF2B5EF4-FFF2-40B4-BE49-F238E27FC236}">
                    <a16:creationId xmlns:a16="http://schemas.microsoft.com/office/drawing/2014/main" id="{4628E023-25A4-9EA1-27D4-B618A1B45527}"/>
                  </a:ext>
                </a:extLst>
              </p:cNvPr>
              <p:cNvPicPr/>
              <p:nvPr/>
            </p:nvPicPr>
            <p:blipFill>
              <a:blip r:embed="rId9"/>
              <a:stretch>
                <a:fillRect/>
              </a:stretch>
            </p:blipFill>
            <p:spPr>
              <a:xfrm>
                <a:off x="11090360" y="6570497"/>
                <a:ext cx="1041120" cy="29060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6091CEB8-A043-EB51-0787-755C44BD4BC3}"/>
                  </a:ext>
                </a:extLst>
              </p14:cNvPr>
              <p14:cNvContentPartPr/>
              <p14:nvPr/>
            </p14:nvContentPartPr>
            <p14:xfrm>
              <a:off x="11529920" y="6453000"/>
              <a:ext cx="489240" cy="232560"/>
            </p14:xfrm>
          </p:contentPart>
        </mc:Choice>
        <mc:Fallback xmlns="">
          <p:pic>
            <p:nvPicPr>
              <p:cNvPr id="12" name="Ink 11">
                <a:extLst>
                  <a:ext uri="{FF2B5EF4-FFF2-40B4-BE49-F238E27FC236}">
                    <a16:creationId xmlns:a16="http://schemas.microsoft.com/office/drawing/2014/main" id="{6091CEB8-A043-EB51-0787-755C44BD4BC3}"/>
                  </a:ext>
                </a:extLst>
              </p:cNvPr>
              <p:cNvPicPr/>
              <p:nvPr/>
            </p:nvPicPr>
            <p:blipFill>
              <a:blip r:embed="rId11"/>
              <a:stretch>
                <a:fillRect/>
              </a:stretch>
            </p:blipFill>
            <p:spPr>
              <a:xfrm>
                <a:off x="11466920" y="6390000"/>
                <a:ext cx="6148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48A84CB0-994F-5E00-25AA-6A6CFAA3C41C}"/>
                  </a:ext>
                </a:extLst>
              </p14:cNvPr>
              <p14:cNvContentPartPr/>
              <p14:nvPr/>
            </p14:nvContentPartPr>
            <p14:xfrm>
              <a:off x="10680600" y="6368256"/>
              <a:ext cx="1316520" cy="215640"/>
            </p14:xfrm>
          </p:contentPart>
        </mc:Choice>
        <mc:Fallback xmlns="">
          <p:pic>
            <p:nvPicPr>
              <p:cNvPr id="14" name="Ink 13">
                <a:extLst>
                  <a:ext uri="{FF2B5EF4-FFF2-40B4-BE49-F238E27FC236}">
                    <a16:creationId xmlns:a16="http://schemas.microsoft.com/office/drawing/2014/main" id="{48A84CB0-994F-5E00-25AA-6A6CFAA3C41C}"/>
                  </a:ext>
                </a:extLst>
              </p:cNvPr>
              <p:cNvPicPr/>
              <p:nvPr/>
            </p:nvPicPr>
            <p:blipFill>
              <a:blip r:embed="rId13"/>
              <a:stretch>
                <a:fillRect/>
              </a:stretch>
            </p:blipFill>
            <p:spPr>
              <a:xfrm>
                <a:off x="10617600" y="6305151"/>
                <a:ext cx="1442160" cy="34149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76053F6A-B537-98DD-9E7D-743BD238CFBC}"/>
                  </a:ext>
                </a:extLst>
              </p14:cNvPr>
              <p14:cNvContentPartPr/>
              <p14:nvPr/>
            </p14:nvContentPartPr>
            <p14:xfrm>
              <a:off x="9509520" y="4858416"/>
              <a:ext cx="360" cy="360"/>
            </p14:xfrm>
          </p:contentPart>
        </mc:Choice>
        <mc:Fallback xmlns="">
          <p:pic>
            <p:nvPicPr>
              <p:cNvPr id="16" name="Ink 15">
                <a:extLst>
                  <a:ext uri="{FF2B5EF4-FFF2-40B4-BE49-F238E27FC236}">
                    <a16:creationId xmlns:a16="http://schemas.microsoft.com/office/drawing/2014/main" id="{76053F6A-B537-98DD-9E7D-743BD238CFBC}"/>
                  </a:ext>
                </a:extLst>
              </p:cNvPr>
              <p:cNvPicPr/>
              <p:nvPr/>
            </p:nvPicPr>
            <p:blipFill>
              <a:blip r:embed="rId15"/>
              <a:stretch>
                <a:fillRect/>
              </a:stretch>
            </p:blipFill>
            <p:spPr>
              <a:xfrm>
                <a:off x="9446520" y="4795416"/>
                <a:ext cx="126000" cy="1260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915015" y="180274"/>
            <a:ext cx="1026178" cy="374416"/>
          </a:xfrm>
          <a:prstGeom prst="rect">
            <a:avLst/>
          </a:prstGeom>
        </p:spPr>
      </p:pic>
      <p:sp>
        <p:nvSpPr>
          <p:cNvPr id="4" name="object 4"/>
          <p:cNvSpPr txBox="1"/>
          <p:nvPr/>
        </p:nvSpPr>
        <p:spPr>
          <a:xfrm>
            <a:off x="2162630" y="1321671"/>
            <a:ext cx="3731136" cy="4915539"/>
          </a:xfrm>
          <a:prstGeom prst="rect">
            <a:avLst/>
          </a:prstGeom>
        </p:spPr>
        <p:txBody>
          <a:bodyPr vert="horz" wrap="square" lIns="0" tIns="14568" rIns="0" bIns="0" rtlCol="0">
            <a:spAutoFit/>
          </a:bodyPr>
          <a:lstStyle/>
          <a:p>
            <a:pPr marL="344039" indent="-332832">
              <a:spcBef>
                <a:spcPts val="115"/>
              </a:spcBef>
              <a:buFont typeface="Cambria"/>
              <a:buAutoNum type="arabicPeriod"/>
              <a:tabLst>
                <a:tab pos="344039" algn="l"/>
              </a:tabLst>
            </a:pPr>
            <a:r>
              <a:rPr lang="en-IN" sz="1765">
                <a:latin typeface="Times New Roman" panose="02020603050405020304" pitchFamily="18" charset="0"/>
                <a:cs typeface="Times New Roman" panose="02020603050405020304" pitchFamily="18" charset="0"/>
              </a:rPr>
              <a:t>Introduction</a:t>
            </a:r>
          </a:p>
          <a:p>
            <a:pPr marL="344039" indent="-332832">
              <a:spcBef>
                <a:spcPts val="115"/>
              </a:spcBef>
              <a:buFont typeface="Cambria"/>
              <a:buAutoNum type="arabicPeriod"/>
              <a:tabLst>
                <a:tab pos="344039" algn="l"/>
              </a:tabLst>
            </a:pPr>
            <a:endParaRPr lang="en-IN" sz="1765">
              <a:latin typeface="Times New Roman" panose="02020603050405020304" pitchFamily="18" charset="0"/>
              <a:cs typeface="Times New Roman" panose="02020603050405020304" pitchFamily="18" charset="0"/>
            </a:endParaRPr>
          </a:p>
          <a:p>
            <a:pPr marL="344039" indent="-332832">
              <a:spcBef>
                <a:spcPts val="115"/>
              </a:spcBef>
              <a:buFont typeface="Cambria"/>
              <a:buAutoNum type="arabicPeriod"/>
              <a:tabLst>
                <a:tab pos="344039" algn="l"/>
              </a:tabLst>
            </a:pPr>
            <a:r>
              <a:rPr lang="en-IN" sz="1765">
                <a:latin typeface="Times New Roman" panose="02020603050405020304" pitchFamily="18" charset="0"/>
                <a:cs typeface="Times New Roman" panose="02020603050405020304" pitchFamily="18" charset="0"/>
              </a:rPr>
              <a:t>Abstract</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Finalize title, objectives &amp; problem statement</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Identify entities &amp; attributes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Design ER diagram &amp; relationships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Prepare relational database schema</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Define Primary &amp; Foreign Keys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Create GitHub repo &amp; responsibilities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6158471" y="1321671"/>
            <a:ext cx="3617647" cy="3300995"/>
          </a:xfrm>
          <a:prstGeom prst="rect">
            <a:avLst/>
          </a:prstGeom>
        </p:spPr>
        <p:txBody>
          <a:bodyPr vert="horz" wrap="square" lIns="0" tIns="14568" rIns="0" bIns="0" rtlCol="0">
            <a:spAutoFit/>
          </a:bodyPr>
          <a:lstStyle/>
          <a:p>
            <a:pPr marL="11207">
              <a:spcBef>
                <a:spcPts val="115"/>
              </a:spcBef>
              <a:tabLst>
                <a:tab pos="344039" algn="l"/>
              </a:tabLst>
            </a:pPr>
            <a:r>
              <a:rPr lang="en-IN" sz="1765">
                <a:latin typeface="Times New Roman" panose="02020603050405020304" pitchFamily="18" charset="0"/>
                <a:cs typeface="Times New Roman" panose="02020603050405020304" pitchFamily="18" charset="0"/>
              </a:rPr>
              <a:t>10.  Insert sample data</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DDL, DML &amp; DQL operations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CRUD operations &amp; SQL queries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Data integrity &amp; validation</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Project documentation</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Demonstrate &amp; present database</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3810000" y="29709"/>
            <a:ext cx="4706471" cy="1057333"/>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0" name="object 9"/>
          <p:cNvSpPr txBox="1">
            <a:spLocks/>
          </p:cNvSpPr>
          <p:nvPr/>
        </p:nvSpPr>
        <p:spPr>
          <a:xfrm>
            <a:off x="4838950" y="252434"/>
            <a:ext cx="2517962" cy="313382"/>
          </a:xfrm>
          <a:prstGeom prst="rect">
            <a:avLst/>
          </a:prstGeom>
        </p:spPr>
        <p:txBody>
          <a:bodyPr vert="horz" wrap="square" lIns="0" tIns="14568" rIns="0" bIns="0" rtlCol="0">
            <a:spAutoFit/>
          </a:bodyPr>
          <a:lstStyle>
            <a:lvl1pPr>
              <a:defRPr>
                <a:latin typeface="+mj-lt"/>
                <a:ea typeface="+mj-ea"/>
                <a:cs typeface="+mj-cs"/>
              </a:defRPr>
            </a:lvl1pPr>
          </a:lstStyle>
          <a:p>
            <a:pPr marL="11206" algn="ctr">
              <a:spcBef>
                <a:spcPts val="115"/>
              </a:spcBef>
            </a:pPr>
            <a:r>
              <a:rPr lang="en-IN" sz="1941" b="1">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40342" y="308865"/>
            <a:ext cx="5827897" cy="54748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0" tIns="0" rIns="0" bIns="0" rtlCol="0" anchor="t"/>
          <a:lstStyle/>
          <a:p>
            <a:pPr>
              <a:lnSpc>
                <a:spcPct val="104000"/>
              </a:lnSpc>
            </a:pPr>
            <a:r>
              <a:rPr lang="en-US" sz="3400" b="1">
                <a:solidFill>
                  <a:srgbClr val="00B0F0"/>
                </a:solidFill>
                <a:latin typeface="Barlow Bold" pitchFamily="34" charset="0"/>
                <a:ea typeface="Barlow Bold" pitchFamily="34" charset="-122"/>
                <a:cs typeface="Barlow Bold" pitchFamily="34" charset="-120"/>
              </a:rPr>
              <a:t>Introduction</a:t>
            </a:r>
            <a:endParaRPr lang="en-US" sz="3400">
              <a:solidFill>
                <a:srgbClr val="00B0F0"/>
              </a:solidFill>
            </a:endParaRPr>
          </a:p>
        </p:txBody>
      </p:sp>
      <p:sp>
        <p:nvSpPr>
          <p:cNvPr id="4" name="Text 1"/>
          <p:cNvSpPr/>
          <p:nvPr/>
        </p:nvSpPr>
        <p:spPr>
          <a:xfrm>
            <a:off x="7058436" y="985696"/>
            <a:ext cx="4308259" cy="547291"/>
          </a:xfrm>
          <a:prstGeom prst="rect">
            <a:avLst/>
          </a:prstGeom>
          <a:noFill/>
          <a:ln/>
        </p:spPr>
        <p:txBody>
          <a:bodyPr wrap="square" lIns="0" tIns="0" rIns="0" bIns="0" rtlCol="0" anchor="t">
            <a:normAutofit/>
          </a:bodyPr>
          <a:lstStyle/>
          <a:p>
            <a:pPr marL="380990" indent="-380990">
              <a:lnSpc>
                <a:spcPct val="104000"/>
              </a:lnSpc>
              <a:buFont typeface="Wingdings" panose="05000000000000000000" pitchFamily="2" charset="2"/>
              <a:buChar char="q"/>
            </a:pPr>
            <a:r>
              <a:rPr lang="en-US" sz="1667" b="1">
                <a:solidFill>
                  <a:srgbClr val="2E3C4E"/>
                </a:solidFill>
                <a:latin typeface="Barlow Bold" pitchFamily="34" charset="0"/>
                <a:ea typeface="Barlow Bold" pitchFamily="34" charset="-122"/>
                <a:cs typeface="Barlow Bold" pitchFamily="34" charset="-120"/>
              </a:rPr>
              <a:t>What is a Bank Account Management System?</a:t>
            </a:r>
            <a:endParaRPr lang="en-US" sz="1667"/>
          </a:p>
        </p:txBody>
      </p:sp>
      <p:sp>
        <p:nvSpPr>
          <p:cNvPr id="5" name="Text 2"/>
          <p:cNvSpPr/>
          <p:nvPr/>
        </p:nvSpPr>
        <p:spPr>
          <a:xfrm>
            <a:off x="6811056" y="1490939"/>
            <a:ext cx="4677561" cy="1432819"/>
          </a:xfrm>
          <a:prstGeom prst="rect">
            <a:avLst/>
          </a:prstGeom>
          <a:noFill/>
          <a:ln/>
        </p:spPr>
        <p:txBody>
          <a:bodyPr wrap="square" lIns="0" tIns="0" rIns="0" bIns="0" rtlCol="0" anchor="t">
            <a:noAutofit/>
          </a:bodyPr>
          <a:lstStyle/>
          <a:p>
            <a:pPr algn="ctr">
              <a:lnSpc>
                <a:spcPct val="150000"/>
              </a:lnSpc>
            </a:pPr>
            <a:r>
              <a:rPr lang="en-IN" sz="1600">
                <a:solidFill>
                  <a:schemeClr val="accent3">
                    <a:lumMod val="50000"/>
                  </a:schemeClr>
                </a:solidFill>
                <a:latin typeface="Times New Roman" panose="02020603050405020304" pitchFamily="18" charset="0"/>
                <a:cs typeface="Times New Roman" panose="02020603050405020304" pitchFamily="18" charset="0"/>
              </a:rPr>
              <a:t>A Bank Account Management System is a database-based application used to store and manage customer and account information for a bank </a:t>
            </a:r>
            <a:endParaRPr lang="en-US" sz="160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7172456" y="3057347"/>
            <a:ext cx="3560861" cy="371653"/>
          </a:xfrm>
          <a:prstGeom prst="rect">
            <a:avLst/>
          </a:prstGeom>
          <a:noFill/>
          <a:ln/>
        </p:spPr>
        <p:txBody>
          <a:bodyPr wrap="none" lIns="0" tIns="0" rIns="0" bIns="0" rtlCol="0" anchor="t"/>
          <a:lstStyle/>
          <a:p>
            <a:pPr marL="380990" indent="-380990">
              <a:lnSpc>
                <a:spcPct val="104000"/>
              </a:lnSpc>
              <a:buFont typeface="Wingdings" panose="05000000000000000000" pitchFamily="2" charset="2"/>
              <a:buChar char="q"/>
            </a:pPr>
            <a:r>
              <a:rPr lang="en-US" sz="1667" b="1">
                <a:solidFill>
                  <a:srgbClr val="2E3C4E"/>
                </a:solidFill>
                <a:latin typeface="Barlow Bold" pitchFamily="34" charset="0"/>
                <a:ea typeface="Barlow Bold" pitchFamily="34" charset="-122"/>
                <a:cs typeface="Barlow Bold" pitchFamily="34" charset="-120"/>
              </a:rPr>
              <a:t>Why DBMS in Bank System?</a:t>
            </a:r>
            <a:endParaRPr lang="en-US" sz="1667"/>
          </a:p>
        </p:txBody>
      </p:sp>
      <p:sp>
        <p:nvSpPr>
          <p:cNvPr id="7" name="Text 4"/>
          <p:cNvSpPr/>
          <p:nvPr/>
        </p:nvSpPr>
        <p:spPr>
          <a:xfrm>
            <a:off x="7251839" y="3558343"/>
            <a:ext cx="4308236" cy="2915000"/>
          </a:xfrm>
          <a:prstGeom prst="rect">
            <a:avLst/>
          </a:prstGeom>
          <a:noFill/>
          <a:ln/>
        </p:spPr>
        <p:txBody>
          <a:bodyPr wrap="square" lIns="0" tIns="0" rIns="0" bIns="0" rtlCol="0" anchor="t">
            <a:noAutofit/>
          </a:bodyPr>
          <a:lstStyle/>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Ensures data accuracy and integrity</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Supports safe money transfer transactions</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Handles many users simultaneously</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Reduces data redundancy, duplication</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Provides strong security and access control</a:t>
            </a:r>
          </a:p>
          <a:p>
            <a:pPr marL="257380" indent="-257380">
              <a:lnSpc>
                <a:spcPct val="128000"/>
              </a:lnSpc>
              <a:buSzPct val="100000"/>
              <a:buFont typeface="Wingdings" panose="05000000000000000000" pitchFamily="2" charset="2"/>
              <a:buChar char="Ø"/>
            </a:pPr>
            <a:endParaRPr lang="en-US" sz="1600">
              <a:latin typeface="Times New Roman" panose="02020603050405020304" pitchFamily="18" charset="0"/>
              <a:cs typeface="Times New Roman" panose="02020603050405020304" pitchFamily="18" charset="0"/>
            </a:endParaRPr>
          </a:p>
          <a:p>
            <a:pPr marL="257380" indent="-257380">
              <a:lnSpc>
                <a:spcPct val="128000"/>
              </a:lnSpc>
              <a:buSzPct val="100000"/>
              <a:buFont typeface="Wingdings" panose="05000000000000000000" pitchFamily="2" charset="2"/>
              <a:buChar char="Ø"/>
            </a:pPr>
            <a:endParaRPr lang="en-US" sz="16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5D1A4DC-D0CA-B2B7-86DB-3E864BBAE28F}"/>
              </a:ext>
            </a:extLst>
          </p:cNvPr>
          <p:cNvPicPr>
            <a:picLocks noChangeAspect="1"/>
          </p:cNvPicPr>
          <p:nvPr/>
        </p:nvPicPr>
        <p:blipFill>
          <a:blip r:embed="rId3"/>
          <a:stretch>
            <a:fillRect/>
          </a:stretch>
        </p:blipFill>
        <p:spPr>
          <a:xfrm>
            <a:off x="500004" y="105069"/>
            <a:ext cx="1476157" cy="449873"/>
          </a:xfrm>
          <a:prstGeom prst="rect">
            <a:avLst/>
          </a:prstGeom>
        </p:spPr>
      </p:pic>
      <p:pic>
        <p:nvPicPr>
          <p:cNvPr id="9" name="Picture 8">
            <a:extLst>
              <a:ext uri="{FF2B5EF4-FFF2-40B4-BE49-F238E27FC236}">
                <a16:creationId xmlns:a16="http://schemas.microsoft.com/office/drawing/2014/main" id="{8B5B7382-BED2-213A-C6C5-1C161DF235C2}"/>
              </a:ext>
            </a:extLst>
          </p:cNvPr>
          <p:cNvPicPr>
            <a:picLocks noChangeAspect="1"/>
          </p:cNvPicPr>
          <p:nvPr/>
        </p:nvPicPr>
        <p:blipFill>
          <a:blip r:embed="rId4"/>
          <a:stretch>
            <a:fillRect/>
          </a:stretch>
        </p:blipFill>
        <p:spPr>
          <a:xfrm>
            <a:off x="500004" y="1783080"/>
            <a:ext cx="6012180" cy="4008120"/>
          </a:xfrm>
          <a:prstGeom prst="rect">
            <a:avLst/>
          </a:prstGeom>
          <a:ln w="9525">
            <a:solidFill>
              <a:schemeClr val="tx1">
                <a:lumMod val="95000"/>
                <a:lumOff val="5000"/>
              </a:schemeClr>
            </a:solidFill>
            <a:prstDash val="sysDash"/>
          </a:ln>
          <a:effectLst>
            <a:outerShdw blurRad="63500" sx="102000" sy="102000" algn="ctr" rotWithShape="0">
              <a:prstClr val="black">
                <a:alpha val="40000"/>
              </a:prstClr>
            </a:outerShdw>
            <a:softEdge rad="63500"/>
          </a:effectLst>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505FC96-37AF-13CB-A8CC-9DA2E4A40AB5}"/>
                  </a:ext>
                </a:extLst>
              </p14:cNvPr>
              <p14:cNvContentPartPr/>
              <p14:nvPr/>
            </p14:nvContentPartPr>
            <p14:xfrm>
              <a:off x="11180430" y="6770190"/>
              <a:ext cx="360" cy="360"/>
            </p14:xfrm>
          </p:contentPart>
        </mc:Choice>
        <mc:Fallback xmlns="">
          <p:pic>
            <p:nvPicPr>
              <p:cNvPr id="3" name="Ink 2">
                <a:extLst>
                  <a:ext uri="{FF2B5EF4-FFF2-40B4-BE49-F238E27FC236}">
                    <a16:creationId xmlns:a16="http://schemas.microsoft.com/office/drawing/2014/main" id="{D505FC96-37AF-13CB-A8CC-9DA2E4A40AB5}"/>
                  </a:ext>
                </a:extLst>
              </p:cNvPr>
              <p:cNvPicPr/>
              <p:nvPr/>
            </p:nvPicPr>
            <p:blipFill>
              <a:blip r:embed="rId6"/>
              <a:stretch>
                <a:fillRect/>
              </a:stretch>
            </p:blipFill>
            <p:spPr>
              <a:xfrm>
                <a:off x="11117430" y="67071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F859C7A-4239-7DEF-5EF9-3653A237EA10}"/>
                  </a:ext>
                </a:extLst>
              </p14:cNvPr>
              <p14:cNvContentPartPr/>
              <p14:nvPr/>
            </p14:nvContentPartPr>
            <p14:xfrm>
              <a:off x="11147670" y="6557430"/>
              <a:ext cx="904320" cy="205560"/>
            </p14:xfrm>
          </p:contentPart>
        </mc:Choice>
        <mc:Fallback xmlns="">
          <p:pic>
            <p:nvPicPr>
              <p:cNvPr id="11" name="Ink 10">
                <a:extLst>
                  <a:ext uri="{FF2B5EF4-FFF2-40B4-BE49-F238E27FC236}">
                    <a16:creationId xmlns:a16="http://schemas.microsoft.com/office/drawing/2014/main" id="{9F859C7A-4239-7DEF-5EF9-3653A237EA10}"/>
                  </a:ext>
                </a:extLst>
              </p:cNvPr>
              <p:cNvPicPr/>
              <p:nvPr/>
            </p:nvPicPr>
            <p:blipFill>
              <a:blip r:embed="rId8"/>
              <a:stretch>
                <a:fillRect/>
              </a:stretch>
            </p:blipFill>
            <p:spPr>
              <a:xfrm>
                <a:off x="11084670" y="6494430"/>
                <a:ext cx="1029960" cy="3312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7058436" y="985696"/>
            <a:ext cx="4308259" cy="547291"/>
          </a:xfrm>
          <a:prstGeom prst="rect">
            <a:avLst/>
          </a:prstGeom>
          <a:noFill/>
          <a:ln/>
        </p:spPr>
        <p:txBody>
          <a:bodyPr wrap="square" lIns="0" tIns="0" rIns="0" bIns="0" rtlCol="0" anchor="t">
            <a:normAutofit/>
          </a:bodyPr>
          <a:lstStyle/>
          <a:p>
            <a:pPr>
              <a:lnSpc>
                <a:spcPct val="104000"/>
              </a:lnSpc>
            </a:pPr>
            <a:endParaRPr lang="en-US" sz="1667"/>
          </a:p>
        </p:txBody>
      </p:sp>
      <p:sp>
        <p:nvSpPr>
          <p:cNvPr id="7" name="Text 4"/>
          <p:cNvSpPr/>
          <p:nvPr/>
        </p:nvSpPr>
        <p:spPr>
          <a:xfrm>
            <a:off x="5300172" y="3801412"/>
            <a:ext cx="4308236" cy="2915000"/>
          </a:xfrm>
          <a:prstGeom prst="rect">
            <a:avLst/>
          </a:prstGeom>
          <a:noFill/>
          <a:ln/>
        </p:spPr>
        <p:txBody>
          <a:bodyPr wrap="square" lIns="0" tIns="0" rIns="0" bIns="0" rtlCol="0" anchor="t">
            <a:noAutofit/>
          </a:bodyPr>
          <a:lstStyle/>
          <a:p>
            <a:pPr>
              <a:lnSpc>
                <a:spcPct val="128000"/>
              </a:lnSpc>
              <a:buSzPct val="100000"/>
            </a:pPr>
            <a:endParaRPr lang="en-US" sz="160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93C85B41-D6C9-4225-4CFE-B420099F9F19}"/>
                  </a:ext>
                </a:extLst>
              </p14:cNvPr>
              <p14:cNvContentPartPr/>
              <p14:nvPr/>
            </p14:nvContentPartPr>
            <p14:xfrm>
              <a:off x="11154090" y="6568125"/>
              <a:ext cx="909720" cy="208800"/>
            </p14:xfrm>
          </p:contentPart>
        </mc:Choice>
        <mc:Fallback xmlns="">
          <p:pic>
            <p:nvPicPr>
              <p:cNvPr id="8" name="Ink 7">
                <a:extLst>
                  <a:ext uri="{FF2B5EF4-FFF2-40B4-BE49-F238E27FC236}">
                    <a16:creationId xmlns:a16="http://schemas.microsoft.com/office/drawing/2014/main" id="{93C85B41-D6C9-4225-4CFE-B420099F9F19}"/>
                  </a:ext>
                </a:extLst>
              </p:cNvPr>
              <p:cNvPicPr/>
              <p:nvPr/>
            </p:nvPicPr>
            <p:blipFill>
              <a:blip r:embed="rId4"/>
              <a:stretch>
                <a:fillRect/>
              </a:stretch>
            </p:blipFill>
            <p:spPr>
              <a:xfrm>
                <a:off x="11091090" y="6505016"/>
                <a:ext cx="1035360" cy="33465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3487D2E-1392-9B72-3158-5A083E300A03}"/>
                  </a:ext>
                </a:extLst>
              </p14:cNvPr>
              <p14:cNvContentPartPr/>
              <p14:nvPr/>
            </p14:nvContentPartPr>
            <p14:xfrm>
              <a:off x="11622090" y="6097605"/>
              <a:ext cx="360" cy="360"/>
            </p14:xfrm>
          </p:contentPart>
        </mc:Choice>
        <mc:Fallback xmlns="">
          <p:pic>
            <p:nvPicPr>
              <p:cNvPr id="9" name="Ink 8">
                <a:extLst>
                  <a:ext uri="{FF2B5EF4-FFF2-40B4-BE49-F238E27FC236}">
                    <a16:creationId xmlns:a16="http://schemas.microsoft.com/office/drawing/2014/main" id="{73487D2E-1392-9B72-3158-5A083E300A03}"/>
                  </a:ext>
                </a:extLst>
              </p:cNvPr>
              <p:cNvPicPr/>
              <p:nvPr/>
            </p:nvPicPr>
            <p:blipFill>
              <a:blip r:embed="rId6"/>
              <a:stretch>
                <a:fillRect/>
              </a:stretch>
            </p:blipFill>
            <p:spPr>
              <a:xfrm>
                <a:off x="11559090" y="6034605"/>
                <a:ext cx="126000" cy="126000"/>
              </a:xfrm>
              <a:prstGeom prst="rect">
                <a:avLst/>
              </a:prstGeom>
            </p:spPr>
          </p:pic>
        </mc:Fallback>
      </mc:AlternateContent>
      <p:pic>
        <p:nvPicPr>
          <p:cNvPr id="12" name="Picture 11">
            <a:extLst>
              <a:ext uri="{FF2B5EF4-FFF2-40B4-BE49-F238E27FC236}">
                <a16:creationId xmlns:a16="http://schemas.microsoft.com/office/drawing/2014/main" id="{F16D1841-3DD8-5185-4901-3593B9213205}"/>
              </a:ext>
            </a:extLst>
          </p:cNvPr>
          <p:cNvPicPr>
            <a:picLocks noChangeAspect="1"/>
          </p:cNvPicPr>
          <p:nvPr/>
        </p:nvPicPr>
        <p:blipFill>
          <a:blip r:embed="rId7"/>
          <a:stretch>
            <a:fillRect/>
          </a:stretch>
        </p:blipFill>
        <p:spPr>
          <a:xfrm>
            <a:off x="0" y="81075"/>
            <a:ext cx="130302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54729" y="418653"/>
            <a:ext cx="10928152" cy="29686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tIns="0" rIns="0" bIns="0" rtlCol="0" anchor="t"/>
          <a:lstStyle/>
          <a:p>
            <a:pPr>
              <a:lnSpc>
                <a:spcPct val="104000"/>
              </a:lnSpc>
            </a:pPr>
            <a:r>
              <a:rPr lang="en-US" sz="3400" b="1">
                <a:solidFill>
                  <a:srgbClr val="00B0F0"/>
                </a:solidFill>
                <a:latin typeface="Barlow Bold" pitchFamily="34" charset="0"/>
                <a:ea typeface="Barlow Bold" pitchFamily="34" charset="-122"/>
                <a:cs typeface="Barlow Bold" pitchFamily="34" charset="-120"/>
              </a:rPr>
              <a:t>Problem Statement</a:t>
            </a:r>
            <a:endParaRPr lang="en-US" sz="3400">
              <a:solidFill>
                <a:srgbClr val="00B0F0"/>
              </a:solidFill>
            </a:endParaRPr>
          </a:p>
        </p:txBody>
      </p:sp>
      <p:sp>
        <p:nvSpPr>
          <p:cNvPr id="3" name="Text 1"/>
          <p:cNvSpPr/>
          <p:nvPr/>
        </p:nvSpPr>
        <p:spPr>
          <a:xfrm>
            <a:off x="633247" y="1050133"/>
            <a:ext cx="11537752" cy="296863"/>
          </a:xfrm>
          <a:prstGeom prst="rect">
            <a:avLst/>
          </a:prstGeom>
          <a:noFill/>
          <a:ln/>
        </p:spPr>
        <p:txBody>
          <a:bodyPr wrap="none" lIns="0" tIns="0" rIns="0" bIns="0" rtlCol="0" anchor="t"/>
          <a:lstStyle/>
          <a:p>
            <a:pPr>
              <a:lnSpc>
                <a:spcPct val="250000"/>
              </a:lnSpc>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Manual banking processes introduce critical inefficiencies that compromise transaction accuracy and financial security.</a:t>
            </a:r>
            <a:endParaRPr lang="en-US" sz="1600">
              <a:latin typeface="Times New Roman" panose="02020603050405020304" pitchFamily="18" charset="0"/>
              <a:cs typeface="Times New Roman" panose="02020603050405020304" pitchFamily="18" charset="0"/>
            </a:endParaRPr>
          </a:p>
        </p:txBody>
      </p:sp>
      <p:sp>
        <p:nvSpPr>
          <p:cNvPr id="5" name="Text 2"/>
          <p:cNvSpPr/>
          <p:nvPr/>
        </p:nvSpPr>
        <p:spPr>
          <a:xfrm>
            <a:off x="7101841" y="2686325"/>
            <a:ext cx="4647465" cy="405211"/>
          </a:xfrm>
          <a:prstGeom prst="rect">
            <a:avLst/>
          </a:prstGeom>
          <a:noFill/>
          <a:ln/>
        </p:spPr>
        <p:txBody>
          <a:bodyPr wrap="none" lIns="0" tIns="0" rIns="0" bIns="0" rtlCol="0" anchor="t"/>
          <a:lstStyle/>
          <a:p>
            <a:pPr marL="380990" indent="-380990">
              <a:lnSpc>
                <a:spcPct val="104000"/>
              </a:lnSpc>
              <a:buFont typeface="Wingdings" panose="05000000000000000000" pitchFamily="2" charset="2"/>
              <a:buChar char="q"/>
            </a:pPr>
            <a:r>
              <a:rPr lang="en-US" sz="1867" b="1">
                <a:solidFill>
                  <a:srgbClr val="2E3C4E"/>
                </a:solidFill>
                <a:latin typeface="Arial Black" panose="020B0A04020102020204" pitchFamily="34" charset="0"/>
                <a:ea typeface="Barlow Bold" pitchFamily="34" charset="-122"/>
                <a:cs typeface="Barlow Bold" pitchFamily="34" charset="-120"/>
              </a:rPr>
              <a:t>Key Challenges</a:t>
            </a:r>
            <a:endParaRPr lang="en-US" sz="1867">
              <a:latin typeface="Arial Black" panose="020B0A04020102020204" pitchFamily="34" charset="0"/>
            </a:endParaRPr>
          </a:p>
        </p:txBody>
      </p:sp>
      <p:sp>
        <p:nvSpPr>
          <p:cNvPr id="6" name="Text 3"/>
          <p:cNvSpPr/>
          <p:nvPr/>
        </p:nvSpPr>
        <p:spPr>
          <a:xfrm>
            <a:off x="6918961" y="3091536"/>
            <a:ext cx="5061700" cy="3347811"/>
          </a:xfrm>
          <a:prstGeom prst="rect">
            <a:avLst/>
          </a:prstGeom>
          <a:noFill/>
          <a:ln/>
        </p:spPr>
        <p:txBody>
          <a:bodyPr wrap="square" lIns="0" tIns="0" rIns="0" bIns="0" rtlCol="0" anchor="t">
            <a:noAutofit/>
          </a:bodyPr>
          <a:lstStyle/>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Paper-based records prone to loss and damage</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Duplicate customer entries causing data inconsistency</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Slow manual retrieval delaying transaction processing</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Billing errors from manual calculations</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No centralized database for cross-branch access</a:t>
            </a:r>
            <a:endParaRPr lang="en-US" sz="16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1269320-EF39-A92E-D696-B4BDC8F8F1F9}"/>
              </a:ext>
            </a:extLst>
          </p:cNvPr>
          <p:cNvPicPr>
            <a:picLocks noChangeAspect="1"/>
          </p:cNvPicPr>
          <p:nvPr/>
        </p:nvPicPr>
        <p:blipFill>
          <a:blip r:embed="rId3"/>
          <a:stretch>
            <a:fillRect/>
          </a:stretch>
        </p:blipFill>
        <p:spPr>
          <a:xfrm>
            <a:off x="200243" y="185677"/>
            <a:ext cx="1330948" cy="405619"/>
          </a:xfrm>
          <a:prstGeom prst="rect">
            <a:avLst/>
          </a:prstGeom>
        </p:spPr>
      </p:pic>
      <p:pic>
        <p:nvPicPr>
          <p:cNvPr id="8" name="Picture 7">
            <a:extLst>
              <a:ext uri="{FF2B5EF4-FFF2-40B4-BE49-F238E27FC236}">
                <a16:creationId xmlns:a16="http://schemas.microsoft.com/office/drawing/2014/main" id="{01AB4FDF-E68F-C076-24AF-30C8D0EFBE14}"/>
              </a:ext>
            </a:extLst>
          </p:cNvPr>
          <p:cNvPicPr>
            <a:picLocks noChangeAspect="1"/>
          </p:cNvPicPr>
          <p:nvPr/>
        </p:nvPicPr>
        <p:blipFill>
          <a:blip r:embed="rId4"/>
          <a:stretch>
            <a:fillRect/>
          </a:stretch>
        </p:blipFill>
        <p:spPr>
          <a:xfrm>
            <a:off x="939550" y="2048719"/>
            <a:ext cx="5368653" cy="4481649"/>
          </a:xfrm>
          <a:prstGeom prst="rect">
            <a:avLst/>
          </a:prstGeom>
          <a:effectLst>
            <a:reflection blurRad="6350" stA="52000" endA="300" endPos="35000" dir="5400000" sy="-100000" algn="bl" rotWithShape="0"/>
          </a:effectLst>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44CE399-96A0-35EC-5B5D-3EA251C969EE}"/>
                  </a:ext>
                </a:extLst>
              </p14:cNvPr>
              <p14:cNvContentPartPr/>
              <p14:nvPr/>
            </p14:nvContentPartPr>
            <p14:xfrm>
              <a:off x="11959470" y="6606390"/>
              <a:ext cx="360" cy="360"/>
            </p14:xfrm>
          </p:contentPart>
        </mc:Choice>
        <mc:Fallback xmlns="">
          <p:pic>
            <p:nvPicPr>
              <p:cNvPr id="7" name="Ink 6">
                <a:extLst>
                  <a:ext uri="{FF2B5EF4-FFF2-40B4-BE49-F238E27FC236}">
                    <a16:creationId xmlns:a16="http://schemas.microsoft.com/office/drawing/2014/main" id="{944CE399-96A0-35EC-5B5D-3EA251C969EE}"/>
                  </a:ext>
                </a:extLst>
              </p:cNvPr>
              <p:cNvPicPr/>
              <p:nvPr/>
            </p:nvPicPr>
            <p:blipFill>
              <a:blip r:embed="rId6"/>
              <a:stretch>
                <a:fillRect/>
              </a:stretch>
            </p:blipFill>
            <p:spPr>
              <a:xfrm>
                <a:off x="11896470" y="65433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B52419D5-E6E9-E71C-7670-C9556150FC9A}"/>
                  </a:ext>
                </a:extLst>
              </p14:cNvPr>
              <p14:cNvContentPartPr/>
              <p14:nvPr/>
            </p14:nvContentPartPr>
            <p14:xfrm>
              <a:off x="11276592" y="6632360"/>
              <a:ext cx="789396" cy="105380"/>
            </p14:xfrm>
          </p:contentPart>
        </mc:Choice>
        <mc:Fallback xmlns="">
          <p:pic>
            <p:nvPicPr>
              <p:cNvPr id="11" name="Ink 10">
                <a:extLst>
                  <a:ext uri="{FF2B5EF4-FFF2-40B4-BE49-F238E27FC236}">
                    <a16:creationId xmlns:a16="http://schemas.microsoft.com/office/drawing/2014/main" id="{B52419D5-E6E9-E71C-7670-C9556150FC9A}"/>
                  </a:ext>
                </a:extLst>
              </p:cNvPr>
              <p:cNvPicPr/>
              <p:nvPr/>
            </p:nvPicPr>
            <p:blipFill>
              <a:blip r:embed="rId8"/>
              <a:stretch>
                <a:fillRect/>
              </a:stretch>
            </p:blipFill>
            <p:spPr>
              <a:xfrm>
                <a:off x="11213599" y="6569420"/>
                <a:ext cx="915023" cy="23090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079DF185-C1AF-01D6-4707-93AABC120070}"/>
                  </a:ext>
                </a:extLst>
              </p14:cNvPr>
              <p14:cNvContentPartPr/>
              <p14:nvPr/>
            </p14:nvContentPartPr>
            <p14:xfrm>
              <a:off x="11103390" y="6603870"/>
              <a:ext cx="148320" cy="128880"/>
            </p14:xfrm>
          </p:contentPart>
        </mc:Choice>
        <mc:Fallback xmlns="">
          <p:pic>
            <p:nvPicPr>
              <p:cNvPr id="12" name="Ink 11">
                <a:extLst>
                  <a:ext uri="{FF2B5EF4-FFF2-40B4-BE49-F238E27FC236}">
                    <a16:creationId xmlns:a16="http://schemas.microsoft.com/office/drawing/2014/main" id="{079DF185-C1AF-01D6-4707-93AABC120070}"/>
                  </a:ext>
                </a:extLst>
              </p:cNvPr>
              <p:cNvPicPr/>
              <p:nvPr/>
            </p:nvPicPr>
            <p:blipFill>
              <a:blip r:embed="rId10"/>
              <a:stretch>
                <a:fillRect/>
              </a:stretch>
            </p:blipFill>
            <p:spPr>
              <a:xfrm>
                <a:off x="11040390" y="6540870"/>
                <a:ext cx="273960" cy="2545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66ADEAF-34EE-F79A-7FC6-B65F923AE4CE}"/>
              </a:ext>
            </a:extLst>
          </p:cNvPr>
          <p:cNvPicPr>
            <a:picLocks noChangeAspect="1"/>
          </p:cNvPicPr>
          <p:nvPr/>
        </p:nvPicPr>
        <p:blipFill>
          <a:blip r:embed="rId3"/>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E63C40E4-3E45-953B-E3F8-AA6111913B78}"/>
                  </a:ext>
                </a:extLst>
              </p14:cNvPr>
              <p14:cNvContentPartPr/>
              <p14:nvPr/>
            </p14:nvContentPartPr>
            <p14:xfrm>
              <a:off x="917940" y="1161990"/>
              <a:ext cx="360" cy="360"/>
            </p14:xfrm>
          </p:contentPart>
        </mc:Choice>
        <mc:Fallback xmlns="">
          <p:pic>
            <p:nvPicPr>
              <p:cNvPr id="19" name="Ink 18">
                <a:extLst>
                  <a:ext uri="{FF2B5EF4-FFF2-40B4-BE49-F238E27FC236}">
                    <a16:creationId xmlns:a16="http://schemas.microsoft.com/office/drawing/2014/main" id="{E63C40E4-3E45-953B-E3F8-AA6111913B78}"/>
                  </a:ext>
                </a:extLst>
              </p:cNvPr>
              <p:cNvPicPr/>
              <p:nvPr/>
            </p:nvPicPr>
            <p:blipFill>
              <a:blip r:embed="rId5"/>
              <a:stretch>
                <a:fillRect/>
              </a:stretch>
            </p:blipFill>
            <p:spPr>
              <a:xfrm>
                <a:off x="854940" y="10989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3039B292-3C35-F3A8-AA5E-91A0242E60F5}"/>
                  </a:ext>
                </a:extLst>
              </p14:cNvPr>
              <p14:cNvContentPartPr/>
              <p14:nvPr/>
            </p14:nvContentPartPr>
            <p14:xfrm>
              <a:off x="1300320" y="497520"/>
              <a:ext cx="360" cy="360"/>
            </p14:xfrm>
          </p:contentPart>
        </mc:Choice>
        <mc:Fallback xmlns="">
          <p:pic>
            <p:nvPicPr>
              <p:cNvPr id="20" name="Ink 19">
                <a:extLst>
                  <a:ext uri="{FF2B5EF4-FFF2-40B4-BE49-F238E27FC236}">
                    <a16:creationId xmlns:a16="http://schemas.microsoft.com/office/drawing/2014/main" id="{3039B292-3C35-F3A8-AA5E-91A0242E60F5}"/>
                  </a:ext>
                </a:extLst>
              </p:cNvPr>
              <p:cNvPicPr/>
              <p:nvPr/>
            </p:nvPicPr>
            <p:blipFill>
              <a:blip r:embed="rId5"/>
              <a:stretch>
                <a:fillRect/>
              </a:stretch>
            </p:blipFill>
            <p:spPr>
              <a:xfrm>
                <a:off x="1237320" y="4345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516DF328-5D7A-32A3-26AB-13A610260E5F}"/>
                  </a:ext>
                </a:extLst>
              </p14:cNvPr>
              <p14:cNvContentPartPr/>
              <p14:nvPr/>
            </p14:nvContentPartPr>
            <p14:xfrm>
              <a:off x="300240" y="355320"/>
              <a:ext cx="2616480" cy="452880"/>
            </p14:xfrm>
          </p:contentPart>
        </mc:Choice>
        <mc:Fallback xmlns="">
          <p:pic>
            <p:nvPicPr>
              <p:cNvPr id="25" name="Ink 24">
                <a:extLst>
                  <a:ext uri="{FF2B5EF4-FFF2-40B4-BE49-F238E27FC236}">
                    <a16:creationId xmlns:a16="http://schemas.microsoft.com/office/drawing/2014/main" id="{516DF328-5D7A-32A3-26AB-13A610260E5F}"/>
                  </a:ext>
                </a:extLst>
              </p:cNvPr>
              <p:cNvPicPr/>
              <p:nvPr/>
            </p:nvPicPr>
            <p:blipFill>
              <a:blip r:embed="rId8"/>
              <a:stretch>
                <a:fillRect/>
              </a:stretch>
            </p:blipFill>
            <p:spPr>
              <a:xfrm>
                <a:off x="237240" y="292320"/>
                <a:ext cx="2742120" cy="57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440B0214-20C1-3BDE-CB0F-1620D01B37B1}"/>
                  </a:ext>
                </a:extLst>
              </p14:cNvPr>
              <p14:cNvContentPartPr/>
              <p14:nvPr/>
            </p14:nvContentPartPr>
            <p14:xfrm>
              <a:off x="2758320" y="614520"/>
              <a:ext cx="206640" cy="55800"/>
            </p14:xfrm>
          </p:contentPart>
        </mc:Choice>
        <mc:Fallback xmlns="">
          <p:pic>
            <p:nvPicPr>
              <p:cNvPr id="29" name="Ink 28">
                <a:extLst>
                  <a:ext uri="{FF2B5EF4-FFF2-40B4-BE49-F238E27FC236}">
                    <a16:creationId xmlns:a16="http://schemas.microsoft.com/office/drawing/2014/main" id="{440B0214-20C1-3BDE-CB0F-1620D01B37B1}"/>
                  </a:ext>
                </a:extLst>
              </p:cNvPr>
              <p:cNvPicPr/>
              <p:nvPr/>
            </p:nvPicPr>
            <p:blipFill>
              <a:blip r:embed="rId10"/>
              <a:stretch>
                <a:fillRect/>
              </a:stretch>
            </p:blipFill>
            <p:spPr>
              <a:xfrm>
                <a:off x="2695430" y="551924"/>
                <a:ext cx="332061" cy="180635"/>
              </a:xfrm>
              <a:prstGeom prst="rect">
                <a:avLst/>
              </a:prstGeom>
            </p:spPr>
          </p:pic>
        </mc:Fallback>
      </mc:AlternateContent>
      <p:grpSp>
        <p:nvGrpSpPr>
          <p:cNvPr id="31" name="Group 30">
            <a:extLst>
              <a:ext uri="{FF2B5EF4-FFF2-40B4-BE49-F238E27FC236}">
                <a16:creationId xmlns:a16="http://schemas.microsoft.com/office/drawing/2014/main" id="{8920FCA9-4CF7-9C60-B570-74C099EE5FA5}"/>
              </a:ext>
            </a:extLst>
          </p:cNvPr>
          <p:cNvGrpSpPr/>
          <p:nvPr/>
        </p:nvGrpSpPr>
        <p:grpSpPr>
          <a:xfrm>
            <a:off x="167400" y="253800"/>
            <a:ext cx="1906560" cy="452520"/>
            <a:chOff x="167400" y="253800"/>
            <a:chExt cx="1906560" cy="452520"/>
          </a:xfrm>
        </p:grpSpPr>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6B3F0CDF-9E26-76FD-2D8E-F1DEBF87A5A5}"/>
                    </a:ext>
                  </a:extLst>
                </p14:cNvPr>
                <p14:cNvContentPartPr/>
                <p14:nvPr/>
              </p14:nvContentPartPr>
              <p14:xfrm>
                <a:off x="726120" y="385920"/>
                <a:ext cx="360" cy="360"/>
              </p14:xfrm>
            </p:contentPart>
          </mc:Choice>
          <mc:Fallback xmlns="">
            <p:pic>
              <p:nvPicPr>
                <p:cNvPr id="21" name="Ink 20">
                  <a:extLst>
                    <a:ext uri="{FF2B5EF4-FFF2-40B4-BE49-F238E27FC236}">
                      <a16:creationId xmlns:a16="http://schemas.microsoft.com/office/drawing/2014/main" id="{6B3F0CDF-9E26-76FD-2D8E-F1DEBF87A5A5}"/>
                    </a:ext>
                  </a:extLst>
                </p:cNvPr>
                <p:cNvPicPr/>
                <p:nvPr/>
              </p:nvPicPr>
              <p:blipFill>
                <a:blip r:embed="rId5"/>
                <a:stretch>
                  <a:fillRect/>
                </a:stretch>
              </p:blipFill>
              <p:spPr>
                <a:xfrm>
                  <a:off x="663120" y="3229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6E2D057D-8C49-A4DD-467D-A59DB16BD97F}"/>
                    </a:ext>
                  </a:extLst>
                </p14:cNvPr>
                <p14:cNvContentPartPr/>
                <p14:nvPr/>
              </p14:nvContentPartPr>
              <p14:xfrm>
                <a:off x="167400" y="345240"/>
                <a:ext cx="894960" cy="361080"/>
              </p14:xfrm>
            </p:contentPart>
          </mc:Choice>
          <mc:Fallback xmlns="">
            <p:pic>
              <p:nvPicPr>
                <p:cNvPr id="22" name="Ink 21">
                  <a:extLst>
                    <a:ext uri="{FF2B5EF4-FFF2-40B4-BE49-F238E27FC236}">
                      <a16:creationId xmlns:a16="http://schemas.microsoft.com/office/drawing/2014/main" id="{6E2D057D-8C49-A4DD-467D-A59DB16BD97F}"/>
                    </a:ext>
                  </a:extLst>
                </p:cNvPr>
                <p:cNvPicPr/>
                <p:nvPr/>
              </p:nvPicPr>
              <p:blipFill>
                <a:blip r:embed="rId13"/>
                <a:stretch>
                  <a:fillRect/>
                </a:stretch>
              </p:blipFill>
              <p:spPr>
                <a:xfrm>
                  <a:off x="104400" y="282240"/>
                  <a:ext cx="1020600" cy="486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4ABE5888-8382-B3CC-350A-E7CEFFE0EC11}"/>
                    </a:ext>
                  </a:extLst>
                </p14:cNvPr>
                <p14:cNvContentPartPr/>
                <p14:nvPr/>
              </p14:nvContentPartPr>
              <p14:xfrm>
                <a:off x="436680" y="253800"/>
                <a:ext cx="1637280" cy="346320"/>
              </p14:xfrm>
            </p:contentPart>
          </mc:Choice>
          <mc:Fallback xmlns="">
            <p:pic>
              <p:nvPicPr>
                <p:cNvPr id="30" name="Ink 29">
                  <a:extLst>
                    <a:ext uri="{FF2B5EF4-FFF2-40B4-BE49-F238E27FC236}">
                      <a16:creationId xmlns:a16="http://schemas.microsoft.com/office/drawing/2014/main" id="{4ABE5888-8382-B3CC-350A-E7CEFFE0EC11}"/>
                    </a:ext>
                  </a:extLst>
                </p:cNvPr>
                <p:cNvPicPr/>
                <p:nvPr/>
              </p:nvPicPr>
              <p:blipFill>
                <a:blip r:embed="rId15"/>
                <a:stretch>
                  <a:fillRect/>
                </a:stretch>
              </p:blipFill>
              <p:spPr>
                <a:xfrm>
                  <a:off x="373680" y="190800"/>
                  <a:ext cx="1762920" cy="471960"/>
                </a:xfrm>
                <a:prstGeom prst="rect">
                  <a:avLst/>
                </a:prstGeom>
              </p:spPr>
            </p:pic>
          </mc:Fallback>
        </mc:AlternateContent>
      </p:grpSp>
      <p:pic>
        <p:nvPicPr>
          <p:cNvPr id="33" name="Picture 32">
            <a:extLst>
              <a:ext uri="{FF2B5EF4-FFF2-40B4-BE49-F238E27FC236}">
                <a16:creationId xmlns:a16="http://schemas.microsoft.com/office/drawing/2014/main" id="{AA3D6330-AC3A-6E7C-3E77-2CC6174BD3E5}"/>
              </a:ext>
            </a:extLst>
          </p:cNvPr>
          <p:cNvPicPr>
            <a:picLocks noChangeAspect="1"/>
          </p:cNvPicPr>
          <p:nvPr/>
        </p:nvPicPr>
        <p:blipFill>
          <a:blip r:embed="rId16"/>
          <a:stretch>
            <a:fillRect/>
          </a:stretch>
        </p:blipFill>
        <p:spPr>
          <a:xfrm>
            <a:off x="167400" y="120161"/>
            <a:ext cx="1330948" cy="4056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29BF3-8B02-116F-7BD2-A8DAA5990060}"/>
              </a:ext>
            </a:extLst>
          </p:cNvPr>
          <p:cNvPicPr>
            <a:picLocks noChangeAspect="1"/>
          </p:cNvPicPr>
          <p:nvPr/>
        </p:nvPicPr>
        <p:blipFill>
          <a:blip r:embed="rId2"/>
          <a:stretch>
            <a:fillRect/>
          </a:stretch>
        </p:blipFill>
        <p:spPr>
          <a:xfrm>
            <a:off x="0" y="16329"/>
            <a:ext cx="12192000" cy="6858000"/>
          </a:xfrm>
          <a:prstGeom prst="rect">
            <a:avLst/>
          </a:prstGeom>
        </p:spPr>
      </p:pic>
    </p:spTree>
    <p:extLst>
      <p:ext uri="{BB962C8B-B14F-4D97-AF65-F5344CB8AC3E}">
        <p14:creationId xmlns:p14="http://schemas.microsoft.com/office/powerpoint/2010/main" val="302618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03947" y="400796"/>
            <a:ext cx="10928152" cy="50115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tIns="0" rIns="0" bIns="0" rtlCol="0" anchor="t"/>
          <a:lstStyle/>
          <a:p>
            <a:pPr defTabSz="1219170">
              <a:lnSpc>
                <a:spcPct val="104000"/>
              </a:lnSpc>
              <a:defRPr/>
            </a:pPr>
            <a:r>
              <a:rPr lang="en-US" sz="3400" b="1">
                <a:solidFill>
                  <a:srgbClr val="00B0F0"/>
                </a:solidFill>
                <a:latin typeface="Barlow Bold" pitchFamily="34" charset="0"/>
                <a:ea typeface="Barlow Bold" pitchFamily="34" charset="-122"/>
                <a:cs typeface="Barlow Bold" pitchFamily="34" charset="-120"/>
              </a:rPr>
              <a:t>Entities &amp; Attributes</a:t>
            </a:r>
            <a:endParaRPr lang="en-US" sz="3400">
              <a:solidFill>
                <a:srgbClr val="00B0F0"/>
              </a:solidFill>
              <a:latin typeface="Calibri" panose="020F0502020204030204"/>
            </a:endParaRPr>
          </a:p>
        </p:txBody>
      </p:sp>
      <p:sp>
        <p:nvSpPr>
          <p:cNvPr id="3" name="Text 1"/>
          <p:cNvSpPr/>
          <p:nvPr/>
        </p:nvSpPr>
        <p:spPr>
          <a:xfrm>
            <a:off x="631924" y="1139829"/>
            <a:ext cx="10928152" cy="449263"/>
          </a:xfrm>
          <a:prstGeom prst="rect">
            <a:avLst/>
          </a:prstGeom>
          <a:noFill/>
          <a:ln/>
        </p:spPr>
        <p:txBody>
          <a:bodyPr wrap="square" lIns="0" tIns="0" rIns="0" bIns="0" rtlCol="0" anchor="t">
            <a:normAutofit lnSpcReduction="10000"/>
          </a:bodyPr>
          <a:lstStyle/>
          <a:p>
            <a:pPr algn="ctr" defTabSz="1219170">
              <a:lnSpc>
                <a:spcPct val="123000"/>
              </a:lnSpc>
              <a:defRPr/>
            </a:pPr>
            <a:r>
              <a:rPr lang="en-US" sz="1333">
                <a:solidFill>
                  <a:srgbClr val="384653"/>
                </a:solidFill>
                <a:latin typeface="Montserrat" pitchFamily="34" charset="0"/>
                <a:ea typeface="Montserrat" pitchFamily="34" charset="-122"/>
                <a:cs typeface="Montserrat" pitchFamily="34" charset="-120"/>
              </a:rPr>
              <a:t>The relational model comprises </a:t>
            </a:r>
            <a:r>
              <a:rPr lang="en-US" sz="1333" b="1">
                <a:solidFill>
                  <a:srgbClr val="384653"/>
                </a:solidFill>
                <a:latin typeface="Montserrat Bold" pitchFamily="34" charset="0"/>
                <a:ea typeface="Montserrat Bold" pitchFamily="34" charset="-122"/>
                <a:cs typeface="Montserrat Bold" pitchFamily="34" charset="-120"/>
              </a:rPr>
              <a:t>10 core entities</a:t>
            </a:r>
            <a:r>
              <a:rPr lang="en-US" sz="1333">
                <a:solidFill>
                  <a:srgbClr val="384653"/>
                </a:solidFill>
                <a:latin typeface="Montserrat" pitchFamily="34" charset="0"/>
                <a:ea typeface="Montserrat" pitchFamily="34" charset="-122"/>
                <a:cs typeface="Montserrat" pitchFamily="34" charset="-120"/>
              </a:rPr>
              <a:t>. Primary Keys (PK) uniquely identify records; Foreign Keys (FK) enforce referential integrity across relationships</a:t>
            </a:r>
            <a:r>
              <a:rPr lang="en-US" sz="1133">
                <a:solidFill>
                  <a:srgbClr val="384653"/>
                </a:solidFill>
                <a:latin typeface="Montserrat" pitchFamily="34" charset="0"/>
                <a:ea typeface="Montserrat" pitchFamily="34" charset="-122"/>
                <a:cs typeface="Montserrat" pitchFamily="34" charset="-120"/>
              </a:rPr>
              <a:t>.</a:t>
            </a:r>
            <a:endParaRPr lang="en-US" sz="1133">
              <a:solidFill>
                <a:prstClr val="black"/>
              </a:solidFill>
              <a:latin typeface="Calibri" panose="020F0502020204030204"/>
            </a:endParaRPr>
          </a:p>
        </p:txBody>
      </p:sp>
      <p:sp>
        <p:nvSpPr>
          <p:cNvPr id="4" name="Shape 2"/>
          <p:cNvSpPr/>
          <p:nvPr/>
        </p:nvSpPr>
        <p:spPr>
          <a:xfrm>
            <a:off x="629965" y="1579249"/>
            <a:ext cx="10744151" cy="3528322"/>
          </a:xfrm>
          <a:prstGeom prst="roundRect">
            <a:avLst>
              <a:gd name="adj" fmla="val 5214"/>
            </a:avLst>
          </a:prstGeom>
          <a:ln/>
          <a:effectLst>
            <a:glow rad="101600">
              <a:srgbClr val="00B0F0">
                <a:alpha val="60000"/>
              </a:srgbClr>
            </a:glow>
          </a:effectLst>
        </p:spPr>
        <p:style>
          <a:lnRef idx="2">
            <a:schemeClr val="accent1"/>
          </a:lnRef>
          <a:fillRef idx="1">
            <a:schemeClr val="lt1"/>
          </a:fillRef>
          <a:effectRef idx="0">
            <a:schemeClr val="accent1"/>
          </a:effectRef>
          <a:fontRef idx="minor">
            <a:schemeClr val="dk1"/>
          </a:fontRef>
        </p:style>
        <p:txBody>
          <a:bodyPr lIns="91440" tIns="45720" rIns="91440" bIns="45720" anchor="t"/>
          <a:lstStyle/>
          <a:p>
            <a:endParaRPr lang="en-IN" sz="2400">
              <a:ea typeface="Calibri"/>
              <a:cs typeface="Calibri"/>
            </a:endParaRPr>
          </a:p>
        </p:txBody>
      </p:sp>
      <p:sp>
        <p:nvSpPr>
          <p:cNvPr id="5" name="Shape 3"/>
          <p:cNvSpPr/>
          <p:nvPr/>
        </p:nvSpPr>
        <p:spPr>
          <a:xfrm>
            <a:off x="631924" y="2314576"/>
            <a:ext cx="10928152" cy="9521"/>
          </a:xfrm>
          <a:prstGeom prst="rect">
            <a:avLst/>
          </a:prstGeom>
          <a:solidFill>
            <a:srgbClr val="000000">
              <a:alpha val="8000"/>
            </a:srgbClr>
          </a:solidFill>
          <a:ln/>
        </p:spPr>
        <p:txBody>
          <a:bodyPr/>
          <a:lstStyle/>
          <a:p>
            <a:endParaRPr lang="en-IN"/>
          </a:p>
        </p:txBody>
      </p:sp>
      <p:sp>
        <p:nvSpPr>
          <p:cNvPr id="6" name="Shape 4"/>
          <p:cNvSpPr/>
          <p:nvPr/>
        </p:nvSpPr>
        <p:spPr>
          <a:xfrm>
            <a:off x="631924" y="2712444"/>
            <a:ext cx="10928152" cy="9521"/>
          </a:xfrm>
          <a:prstGeom prst="rect">
            <a:avLst/>
          </a:prstGeom>
          <a:solidFill>
            <a:srgbClr val="000000">
              <a:alpha val="8000"/>
            </a:srgbClr>
          </a:solidFill>
          <a:ln/>
        </p:spPr>
        <p:txBody>
          <a:bodyPr/>
          <a:lstStyle/>
          <a:p>
            <a:endParaRPr lang="en-IN"/>
          </a:p>
        </p:txBody>
      </p:sp>
      <p:sp>
        <p:nvSpPr>
          <p:cNvPr id="7" name="Shape 5"/>
          <p:cNvSpPr/>
          <p:nvPr/>
        </p:nvSpPr>
        <p:spPr>
          <a:xfrm>
            <a:off x="631924" y="3110310"/>
            <a:ext cx="10928152" cy="9521"/>
          </a:xfrm>
          <a:prstGeom prst="rect">
            <a:avLst/>
          </a:prstGeom>
          <a:solidFill>
            <a:srgbClr val="000000">
              <a:alpha val="8000"/>
            </a:srgbClr>
          </a:solidFill>
          <a:ln/>
        </p:spPr>
        <p:txBody>
          <a:bodyPr/>
          <a:lstStyle/>
          <a:p>
            <a:endParaRPr lang="en-IN"/>
          </a:p>
        </p:txBody>
      </p:sp>
      <p:sp>
        <p:nvSpPr>
          <p:cNvPr id="8" name="Shape 6"/>
          <p:cNvSpPr/>
          <p:nvPr/>
        </p:nvSpPr>
        <p:spPr>
          <a:xfrm>
            <a:off x="631924" y="3508177"/>
            <a:ext cx="10928152" cy="9521"/>
          </a:xfrm>
          <a:prstGeom prst="rect">
            <a:avLst/>
          </a:prstGeom>
          <a:solidFill>
            <a:srgbClr val="000000">
              <a:alpha val="8000"/>
            </a:srgbClr>
          </a:solidFill>
          <a:ln/>
        </p:spPr>
        <p:txBody>
          <a:bodyPr/>
          <a:lstStyle/>
          <a:p>
            <a:endParaRPr lang="en-IN"/>
          </a:p>
        </p:txBody>
      </p:sp>
      <p:sp>
        <p:nvSpPr>
          <p:cNvPr id="9" name="Shape 7"/>
          <p:cNvSpPr/>
          <p:nvPr/>
        </p:nvSpPr>
        <p:spPr>
          <a:xfrm>
            <a:off x="631924" y="3906045"/>
            <a:ext cx="10928152" cy="9521"/>
          </a:xfrm>
          <a:prstGeom prst="rect">
            <a:avLst/>
          </a:prstGeom>
          <a:solidFill>
            <a:srgbClr val="000000">
              <a:alpha val="8000"/>
            </a:srgbClr>
          </a:solidFill>
          <a:ln/>
        </p:spPr>
        <p:txBody>
          <a:bodyPr/>
          <a:lstStyle/>
          <a:p>
            <a:endParaRPr lang="en-IN"/>
          </a:p>
        </p:txBody>
      </p:sp>
      <p:sp>
        <p:nvSpPr>
          <p:cNvPr id="10" name="Shape 8"/>
          <p:cNvSpPr/>
          <p:nvPr/>
        </p:nvSpPr>
        <p:spPr>
          <a:xfrm>
            <a:off x="631924" y="4303912"/>
            <a:ext cx="10928152" cy="9521"/>
          </a:xfrm>
          <a:prstGeom prst="rect">
            <a:avLst/>
          </a:prstGeom>
          <a:solidFill>
            <a:srgbClr val="000000">
              <a:alpha val="8000"/>
            </a:srgbClr>
          </a:solidFill>
          <a:ln/>
        </p:spPr>
        <p:txBody>
          <a:bodyPr/>
          <a:lstStyle/>
          <a:p>
            <a:endParaRPr lang="en-IN"/>
          </a:p>
        </p:txBody>
      </p:sp>
      <p:sp>
        <p:nvSpPr>
          <p:cNvPr id="11" name="Shape 9"/>
          <p:cNvSpPr/>
          <p:nvPr/>
        </p:nvSpPr>
        <p:spPr>
          <a:xfrm>
            <a:off x="631924" y="4701780"/>
            <a:ext cx="10928152" cy="9521"/>
          </a:xfrm>
          <a:prstGeom prst="rect">
            <a:avLst/>
          </a:prstGeom>
          <a:solidFill>
            <a:srgbClr val="000000">
              <a:alpha val="8000"/>
            </a:srgbClr>
          </a:solidFill>
          <a:ln/>
        </p:spPr>
        <p:txBody>
          <a:bodyPr/>
          <a:lstStyle/>
          <a:p>
            <a:endParaRPr lang="en-IN"/>
          </a:p>
        </p:txBody>
      </p:sp>
      <p:sp>
        <p:nvSpPr>
          <p:cNvPr id="12" name="Shape 10"/>
          <p:cNvSpPr/>
          <p:nvPr/>
        </p:nvSpPr>
        <p:spPr>
          <a:xfrm>
            <a:off x="631924" y="5099646"/>
            <a:ext cx="10928152" cy="9521"/>
          </a:xfrm>
          <a:prstGeom prst="rect">
            <a:avLst/>
          </a:prstGeom>
          <a:solidFill>
            <a:srgbClr val="000000">
              <a:alpha val="8000"/>
            </a:srgbClr>
          </a:solidFill>
          <a:ln/>
        </p:spPr>
        <p:txBody>
          <a:bodyPr/>
          <a:lstStyle/>
          <a:p>
            <a:endParaRPr lang="en-IN"/>
          </a:p>
        </p:txBody>
      </p:sp>
      <p:sp>
        <p:nvSpPr>
          <p:cNvPr id="15" name="Text 13"/>
          <p:cNvSpPr/>
          <p:nvPr/>
        </p:nvSpPr>
        <p:spPr>
          <a:xfrm>
            <a:off x="790774" y="2003326"/>
            <a:ext cx="2488009"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Entity</a:t>
            </a:r>
            <a:endParaRPr lang="en-US" sz="1133">
              <a:solidFill>
                <a:prstClr val="black"/>
              </a:solidFill>
              <a:latin typeface="Calibri" panose="020F0502020204030204"/>
            </a:endParaRPr>
          </a:p>
        </p:txBody>
      </p:sp>
      <p:sp>
        <p:nvSpPr>
          <p:cNvPr id="16" name="Text 14"/>
          <p:cNvSpPr/>
          <p:nvPr/>
        </p:nvSpPr>
        <p:spPr>
          <a:xfrm>
            <a:off x="2973784" y="2003326"/>
            <a:ext cx="4671120"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Primary Key</a:t>
            </a:r>
            <a:endParaRPr lang="en-US" sz="1133">
              <a:solidFill>
                <a:prstClr val="black"/>
              </a:solidFill>
              <a:latin typeface="Calibri" panose="020F0502020204030204"/>
            </a:endParaRPr>
          </a:p>
        </p:txBody>
      </p:sp>
      <p:sp>
        <p:nvSpPr>
          <p:cNvPr id="17" name="Text 15"/>
          <p:cNvSpPr/>
          <p:nvPr/>
        </p:nvSpPr>
        <p:spPr>
          <a:xfrm>
            <a:off x="7339905" y="2003326"/>
            <a:ext cx="4671120"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Key Foreign Keys</a:t>
            </a:r>
            <a:endParaRPr lang="en-US" sz="1133">
              <a:solidFill>
                <a:prstClr val="black"/>
              </a:solidFill>
              <a:latin typeface="Calibri" panose="020F0502020204030204"/>
            </a:endParaRPr>
          </a:p>
        </p:txBody>
      </p:sp>
      <p:sp>
        <p:nvSpPr>
          <p:cNvPr id="18" name="Text 16"/>
          <p:cNvSpPr/>
          <p:nvPr/>
        </p:nvSpPr>
        <p:spPr>
          <a:xfrm>
            <a:off x="790774" y="2401194"/>
            <a:ext cx="2488009" cy="224631"/>
          </a:xfrm>
          <a:prstGeom prst="rect">
            <a:avLst/>
          </a:prstGeom>
          <a:noFill/>
          <a:ln/>
        </p:spPr>
        <p:txBody>
          <a:bodyPr wrap="none" lIns="0" tIns="0" rIns="0" bIns="0" rtlCol="0" anchor="t"/>
          <a:lstStyle/>
          <a:p>
            <a:pPr defTabSz="1219170">
              <a:lnSpc>
                <a:spcPct val="123000"/>
              </a:lnSpc>
              <a:defRPr/>
            </a:pPr>
            <a:r>
              <a:rPr lang="en-US" sz="1133">
                <a:solidFill>
                  <a:prstClr val="black"/>
                </a:solidFill>
                <a:latin typeface="Calibri" panose="020F0502020204030204"/>
              </a:rPr>
              <a:t>Branch</a:t>
            </a:r>
          </a:p>
        </p:txBody>
      </p:sp>
      <p:sp>
        <p:nvSpPr>
          <p:cNvPr id="19" name="Text 17"/>
          <p:cNvSpPr/>
          <p:nvPr/>
        </p:nvSpPr>
        <p:spPr>
          <a:xfrm>
            <a:off x="2973784" y="2401194"/>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ea typeface="Montserrat" pitchFamily="34" charset="-122"/>
                <a:cs typeface="Montserrat" pitchFamily="34" charset="-120"/>
              </a:rPr>
              <a:t>Branch_ID</a:t>
            </a:r>
            <a:r>
              <a:rPr lang="en-US" sz="1100">
                <a:solidFill>
                  <a:srgbClr val="384653"/>
                </a:solidFill>
                <a:latin typeface="Montserrat"/>
                <a:ea typeface="Montserrat" pitchFamily="34" charset="-122"/>
                <a:cs typeface="Montserrat" pitchFamily="34" charset="-120"/>
              </a:rPr>
              <a:t> (PK)</a:t>
            </a:r>
            <a:endParaRPr lang="en-US" sz="1100">
              <a:solidFill>
                <a:prstClr val="black"/>
              </a:solidFill>
              <a:latin typeface="Montserrat"/>
              <a:ea typeface="Calibri"/>
              <a:cs typeface="Calibri"/>
            </a:endParaRPr>
          </a:p>
        </p:txBody>
      </p:sp>
      <p:sp>
        <p:nvSpPr>
          <p:cNvPr id="20" name="Text 18"/>
          <p:cNvSpPr/>
          <p:nvPr/>
        </p:nvSpPr>
        <p:spPr>
          <a:xfrm>
            <a:off x="7339905" y="2401194"/>
            <a:ext cx="4671120" cy="224631"/>
          </a:xfrm>
          <a:prstGeom prst="rect">
            <a:avLst/>
          </a:prstGeom>
          <a:noFill/>
          <a:ln/>
        </p:spPr>
        <p:txBody>
          <a:bodyPr wrap="none" lIns="0" tIns="0" rIns="0" bIns="0" rtlCol="0" anchor="t"/>
          <a:lstStyle/>
          <a:p>
            <a:pPr defTabSz="1219170">
              <a:lnSpc>
                <a:spcPct val="123000"/>
              </a:lnSpc>
              <a:defRPr/>
            </a:pPr>
            <a:r>
              <a:rPr lang="en-US" sz="1133">
                <a:solidFill>
                  <a:srgbClr val="384653"/>
                </a:solidFill>
                <a:latin typeface="Montserrat" pitchFamily="34" charset="0"/>
                <a:ea typeface="Montserrat" pitchFamily="34" charset="-122"/>
                <a:cs typeface="Montserrat" pitchFamily="34" charset="-120"/>
              </a:rPr>
              <a:t>—</a:t>
            </a:r>
            <a:endParaRPr lang="en-US" sz="1133">
              <a:solidFill>
                <a:prstClr val="black"/>
              </a:solidFill>
              <a:latin typeface="Calibri" panose="020F0502020204030204"/>
            </a:endParaRPr>
          </a:p>
        </p:txBody>
      </p:sp>
      <p:sp>
        <p:nvSpPr>
          <p:cNvPr id="21" name="Text 19"/>
          <p:cNvSpPr/>
          <p:nvPr/>
        </p:nvSpPr>
        <p:spPr>
          <a:xfrm>
            <a:off x="790774" y="2799061"/>
            <a:ext cx="2488009" cy="224631"/>
          </a:xfrm>
          <a:prstGeom prst="rect">
            <a:avLst/>
          </a:prstGeom>
          <a:noFill/>
          <a:ln/>
        </p:spPr>
        <p:txBody>
          <a:bodyPr wrap="none" lIns="0" tIns="0" rIns="0" bIns="0" rtlCol="0" anchor="t"/>
          <a:lstStyle/>
          <a:p>
            <a:pPr defTabSz="1219170">
              <a:lnSpc>
                <a:spcPct val="123000"/>
              </a:lnSpc>
              <a:defRPr/>
            </a:pPr>
            <a:r>
              <a:rPr lang="en-US" sz="900">
                <a:solidFill>
                  <a:srgbClr val="1B1B1B"/>
                </a:solidFill>
                <a:latin typeface="Consolas"/>
                <a:ea typeface="Calibri"/>
                <a:cs typeface="Calibri"/>
              </a:rPr>
              <a:t>Employee</a:t>
            </a:r>
            <a:endParaRPr lang="en-US"/>
          </a:p>
        </p:txBody>
      </p:sp>
      <p:sp>
        <p:nvSpPr>
          <p:cNvPr id="22" name="Text 20"/>
          <p:cNvSpPr/>
          <p:nvPr/>
        </p:nvSpPr>
        <p:spPr>
          <a:xfrm>
            <a:off x="2973784" y="2799061"/>
            <a:ext cx="4671120" cy="224631"/>
          </a:xfrm>
          <a:prstGeom prst="rect">
            <a:avLst/>
          </a:prstGeom>
          <a:noFill/>
          <a:ln/>
        </p:spPr>
        <p:txBody>
          <a:bodyPr wrap="none" lIns="0" tIns="0" rIns="0" bIns="0" rtlCol="0" anchor="t"/>
          <a:lstStyle/>
          <a:p>
            <a:pPr defTabSz="1219170">
              <a:defRPr/>
            </a:pPr>
            <a:r>
              <a:rPr lang="en-US" sz="1100" err="1">
                <a:solidFill>
                  <a:srgbClr val="384653"/>
                </a:solidFill>
                <a:latin typeface="Montserrat"/>
                <a:ea typeface="Calibri"/>
                <a:cs typeface="Calibri"/>
              </a:rPr>
              <a:t>Employee_ID</a:t>
            </a:r>
            <a:r>
              <a:rPr lang="en-US" sz="1100">
                <a:solidFill>
                  <a:srgbClr val="384653"/>
                </a:solidFill>
                <a:latin typeface="Montserrat"/>
                <a:ea typeface="Calibri"/>
                <a:cs typeface="Calibri"/>
              </a:rPr>
              <a:t> (PK)</a:t>
            </a:r>
            <a:endParaRPr lang="en-US" sz="1100">
              <a:solidFill>
                <a:srgbClr val="000000"/>
              </a:solidFill>
              <a:latin typeface="Montserrat"/>
              <a:ea typeface="Calibri"/>
              <a:cs typeface="Calibri"/>
            </a:endParaRPr>
          </a:p>
          <a:p>
            <a:pPr defTabSz="1219170">
              <a:lnSpc>
                <a:spcPct val="123000"/>
              </a:lnSpc>
              <a:defRPr/>
            </a:pPr>
            <a:endParaRPr lang="en-US" sz="1100">
              <a:solidFill>
                <a:srgbClr val="384653"/>
              </a:solidFill>
              <a:latin typeface="Montserrat"/>
              <a:ea typeface="Calibri"/>
              <a:cs typeface="Calibri"/>
            </a:endParaRPr>
          </a:p>
        </p:txBody>
      </p:sp>
      <p:sp>
        <p:nvSpPr>
          <p:cNvPr id="23" name="Text 21"/>
          <p:cNvSpPr/>
          <p:nvPr/>
        </p:nvSpPr>
        <p:spPr>
          <a:xfrm>
            <a:off x="7339905" y="2799061"/>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err="1">
                <a:solidFill>
                  <a:srgbClr val="384653"/>
                </a:solidFill>
                <a:latin typeface="Montserrat"/>
              </a:rPr>
              <a:t>branch_ID</a:t>
            </a:r>
            <a:r>
              <a:rPr lang="en-US" sz="1100" b="0" i="0" u="none" strike="noStrike" baseline="0">
                <a:solidFill>
                  <a:srgbClr val="384653"/>
                </a:solidFill>
                <a:latin typeface="Montserrat"/>
              </a:rPr>
              <a:t> (FK)</a:t>
            </a:r>
            <a:r>
              <a:rPr lang="en-US" sz="1100" b="0" i="0">
                <a:solidFill>
                  <a:srgbClr val="000000"/>
                </a:solidFill>
                <a:latin typeface="Montserrat"/>
                <a:ea typeface="Montserrat"/>
                <a:cs typeface="Montserrat"/>
              </a:rPr>
              <a:t>​</a:t>
            </a:r>
            <a:endParaRPr lang="en-US" sz="1133">
              <a:solidFill>
                <a:prstClr val="black"/>
              </a:solidFill>
              <a:latin typeface="Calibri" panose="020F0502020204030204"/>
            </a:endParaRPr>
          </a:p>
        </p:txBody>
      </p:sp>
      <p:sp>
        <p:nvSpPr>
          <p:cNvPr id="24" name="Text 22"/>
          <p:cNvSpPr/>
          <p:nvPr/>
        </p:nvSpPr>
        <p:spPr>
          <a:xfrm>
            <a:off x="790774" y="3196929"/>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Customer</a:t>
            </a:r>
          </a:p>
        </p:txBody>
      </p:sp>
      <p:sp>
        <p:nvSpPr>
          <p:cNvPr id="25" name="Text 23"/>
          <p:cNvSpPr/>
          <p:nvPr/>
        </p:nvSpPr>
        <p:spPr>
          <a:xfrm>
            <a:off x="2973784" y="3196929"/>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Customer_ID</a:t>
            </a:r>
            <a:r>
              <a:rPr lang="en-US" sz="1100">
                <a:solidFill>
                  <a:srgbClr val="384653"/>
                </a:solidFill>
                <a:latin typeface="Montserrat"/>
              </a:rPr>
              <a:t>(PK)</a:t>
            </a:r>
          </a:p>
        </p:txBody>
      </p:sp>
      <p:sp>
        <p:nvSpPr>
          <p:cNvPr id="26" name="Text 24"/>
          <p:cNvSpPr/>
          <p:nvPr/>
        </p:nvSpPr>
        <p:spPr>
          <a:xfrm>
            <a:off x="7339905" y="3196929"/>
            <a:ext cx="4671120" cy="224631"/>
          </a:xfrm>
          <a:prstGeom prst="rect">
            <a:avLst/>
          </a:prstGeom>
          <a:noFill/>
          <a:ln/>
        </p:spPr>
        <p:txBody>
          <a:bodyPr wrap="none" lIns="0" tIns="0" rIns="0" bIns="0" rtlCol="0" anchor="t"/>
          <a:lstStyle/>
          <a:p>
            <a:pPr defTabSz="1219170">
              <a:lnSpc>
                <a:spcPct val="123000"/>
              </a:lnSpc>
              <a:defRPr/>
            </a:pPr>
            <a:endParaRPr lang="en-US" sz="1100">
              <a:solidFill>
                <a:srgbClr val="384653"/>
              </a:solidFill>
              <a:latin typeface="Montserrat"/>
            </a:endParaRPr>
          </a:p>
        </p:txBody>
      </p:sp>
      <p:sp>
        <p:nvSpPr>
          <p:cNvPr id="27" name="Text 25"/>
          <p:cNvSpPr/>
          <p:nvPr/>
        </p:nvSpPr>
        <p:spPr>
          <a:xfrm>
            <a:off x="790774" y="3594795"/>
            <a:ext cx="2488009" cy="224631"/>
          </a:xfrm>
          <a:prstGeom prst="rect">
            <a:avLst/>
          </a:prstGeom>
          <a:noFill/>
          <a:ln/>
        </p:spPr>
        <p:txBody>
          <a:bodyPr wrap="none" lIns="0" tIns="0" rIns="0" bIns="0" rtlCol="0" anchor="t"/>
          <a:lstStyle/>
          <a:p>
            <a:pPr defTabSz="1219170">
              <a:lnSpc>
                <a:spcPct val="123000"/>
              </a:lnSpc>
              <a:defRPr/>
            </a:pPr>
            <a:r>
              <a:rPr lang="en-US" sz="900">
                <a:solidFill>
                  <a:srgbClr val="1B1B1B"/>
                </a:solidFill>
                <a:latin typeface="Consolas"/>
              </a:rPr>
              <a:t>Account</a:t>
            </a:r>
            <a:endParaRPr lang="en-US"/>
          </a:p>
        </p:txBody>
      </p:sp>
      <p:sp>
        <p:nvSpPr>
          <p:cNvPr id="28" name="Text 26"/>
          <p:cNvSpPr/>
          <p:nvPr/>
        </p:nvSpPr>
        <p:spPr>
          <a:xfrm>
            <a:off x="2973784" y="3594795"/>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Account_No</a:t>
            </a:r>
            <a:r>
              <a:rPr lang="en-US" sz="1100">
                <a:solidFill>
                  <a:srgbClr val="384653"/>
                </a:solidFill>
                <a:latin typeface="Montserrat"/>
              </a:rPr>
              <a:t>(PK)</a:t>
            </a:r>
          </a:p>
        </p:txBody>
      </p:sp>
      <p:sp>
        <p:nvSpPr>
          <p:cNvPr id="29" name="Text 27"/>
          <p:cNvSpPr/>
          <p:nvPr/>
        </p:nvSpPr>
        <p:spPr>
          <a:xfrm>
            <a:off x="7339905" y="3594795"/>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a:solidFill>
                  <a:srgbClr val="384653"/>
                </a:solidFill>
                <a:latin typeface="Montserrat"/>
              </a:rPr>
              <a:t>branch_ID (FK)</a:t>
            </a:r>
            <a:r>
              <a:rPr lang="en-US" sz="1100" b="0" i="0" u="none" strike="noStrike" baseline="0">
                <a:solidFill>
                  <a:srgbClr val="000000"/>
                </a:solidFill>
                <a:latin typeface="Montserrat"/>
              </a:rPr>
              <a:t>​</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0" name="Text 28"/>
          <p:cNvSpPr/>
          <p:nvPr/>
        </p:nvSpPr>
        <p:spPr>
          <a:xfrm>
            <a:off x="790774" y="3992662"/>
            <a:ext cx="2488009" cy="224631"/>
          </a:xfrm>
          <a:prstGeom prst="rect">
            <a:avLst/>
          </a:prstGeom>
          <a:noFill/>
          <a:ln/>
        </p:spPr>
        <p:txBody>
          <a:bodyPr wrap="none" lIns="0" tIns="0" rIns="0" bIns="0" rtlCol="0" anchor="t"/>
          <a:lstStyle/>
          <a:p>
            <a:pPr defTabSz="1219170">
              <a:lnSpc>
                <a:spcPct val="123000"/>
              </a:lnSpc>
              <a:defRPr/>
            </a:pPr>
            <a:r>
              <a:rPr lang="en-US" sz="900" err="1">
                <a:solidFill>
                  <a:srgbClr val="1B1B1B"/>
                </a:solidFill>
                <a:latin typeface="Consolas"/>
              </a:rPr>
              <a:t>Transaction_Log</a:t>
            </a:r>
            <a:br>
              <a:rPr lang="en-US" sz="900">
                <a:solidFill>
                  <a:srgbClr val="1B1B1B"/>
                </a:solidFill>
                <a:latin typeface="Consolas"/>
              </a:rPr>
            </a:br>
            <a:endParaRPr lang="en-US" sz="900">
              <a:solidFill>
                <a:srgbClr val="1B1B1B"/>
              </a:solidFill>
              <a:latin typeface="Consolas"/>
            </a:endParaRPr>
          </a:p>
        </p:txBody>
      </p:sp>
      <p:sp>
        <p:nvSpPr>
          <p:cNvPr id="31" name="Text 29"/>
          <p:cNvSpPr/>
          <p:nvPr/>
        </p:nvSpPr>
        <p:spPr>
          <a:xfrm>
            <a:off x="2973784" y="3992662"/>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Transaction_Log</a:t>
            </a:r>
            <a:r>
              <a:rPr lang="en-US" sz="1100">
                <a:solidFill>
                  <a:srgbClr val="384653"/>
                </a:solidFill>
                <a:latin typeface="Montserrat"/>
              </a:rPr>
              <a:t>(PK)</a:t>
            </a:r>
          </a:p>
        </p:txBody>
      </p:sp>
      <p:sp>
        <p:nvSpPr>
          <p:cNvPr id="32" name="Text 30"/>
          <p:cNvSpPr/>
          <p:nvPr/>
        </p:nvSpPr>
        <p:spPr>
          <a:xfrm>
            <a:off x="7339905" y="3992662"/>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err="1">
                <a:solidFill>
                  <a:srgbClr val="384653"/>
                </a:solidFill>
                <a:latin typeface="Montserrat"/>
              </a:rPr>
              <a:t>account_</a:t>
            </a:r>
            <a:r>
              <a:rPr lang="en-US" sz="1100" err="1">
                <a:solidFill>
                  <a:srgbClr val="384653"/>
                </a:solidFill>
                <a:latin typeface="Montserrat"/>
              </a:rPr>
              <a:t>NO</a:t>
            </a:r>
            <a:r>
              <a:rPr lang="en-US" sz="1100" b="0" i="0" u="none" strike="noStrike" baseline="0">
                <a:solidFill>
                  <a:srgbClr val="384653"/>
                </a:solidFill>
                <a:latin typeface="Montserrat"/>
              </a:rPr>
              <a:t> (FK)</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3" name="Text 31"/>
          <p:cNvSpPr/>
          <p:nvPr/>
        </p:nvSpPr>
        <p:spPr>
          <a:xfrm>
            <a:off x="790774" y="4390530"/>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Loan</a:t>
            </a:r>
            <a:endParaRPr lang="en-US" sz="1133">
              <a:solidFill>
                <a:prstClr val="black"/>
              </a:solidFill>
              <a:latin typeface="Calibri" panose="020F0502020204030204"/>
            </a:endParaRPr>
          </a:p>
        </p:txBody>
      </p:sp>
      <p:sp>
        <p:nvSpPr>
          <p:cNvPr id="34" name="Text 32"/>
          <p:cNvSpPr/>
          <p:nvPr/>
        </p:nvSpPr>
        <p:spPr>
          <a:xfrm>
            <a:off x="2973784" y="4390530"/>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Loan_ID</a:t>
            </a:r>
            <a:r>
              <a:rPr lang="en-US" sz="1100">
                <a:solidFill>
                  <a:srgbClr val="384653"/>
                </a:solidFill>
                <a:latin typeface="Montserrat"/>
              </a:rPr>
              <a:t>(PK)</a:t>
            </a:r>
          </a:p>
        </p:txBody>
      </p:sp>
      <p:sp>
        <p:nvSpPr>
          <p:cNvPr id="35" name="Text 33"/>
          <p:cNvSpPr/>
          <p:nvPr/>
        </p:nvSpPr>
        <p:spPr>
          <a:xfrm>
            <a:off x="7339905" y="4390530"/>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a:solidFill>
                  <a:srgbClr val="384653"/>
                </a:solidFill>
                <a:latin typeface="Montserrat"/>
              </a:rPr>
              <a:t>account_NO (FK)</a:t>
            </a:r>
            <a:r>
              <a:rPr lang="en-US" sz="1100" b="0" i="0" u="none" strike="noStrike" baseline="0">
                <a:solidFill>
                  <a:srgbClr val="000000"/>
                </a:solidFill>
                <a:latin typeface="Montserrat"/>
              </a:rPr>
              <a:t>​</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6" name="Text 34"/>
          <p:cNvSpPr/>
          <p:nvPr/>
        </p:nvSpPr>
        <p:spPr>
          <a:xfrm>
            <a:off x="790774" y="4788397"/>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Card</a:t>
            </a:r>
            <a:endParaRPr lang="en-US" sz="1133">
              <a:solidFill>
                <a:prstClr val="black"/>
              </a:solidFill>
              <a:latin typeface="Calibri" panose="020F0502020204030204"/>
            </a:endParaRPr>
          </a:p>
        </p:txBody>
      </p:sp>
      <p:sp>
        <p:nvSpPr>
          <p:cNvPr id="37" name="Text 35"/>
          <p:cNvSpPr/>
          <p:nvPr/>
        </p:nvSpPr>
        <p:spPr>
          <a:xfrm>
            <a:off x="2973784" y="4788397"/>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card_ID</a:t>
            </a:r>
            <a:r>
              <a:rPr lang="en-US" sz="1100">
                <a:solidFill>
                  <a:srgbClr val="384653"/>
                </a:solidFill>
                <a:latin typeface="Montserrat"/>
              </a:rPr>
              <a:t> (PK)</a:t>
            </a:r>
            <a:endParaRPr lang="en-US" sz="1100">
              <a:solidFill>
                <a:prstClr val="black"/>
              </a:solidFill>
              <a:latin typeface="Calibri"/>
              <a:ea typeface="Calibri"/>
              <a:cs typeface="Calibri"/>
            </a:endParaRPr>
          </a:p>
        </p:txBody>
      </p:sp>
      <p:sp>
        <p:nvSpPr>
          <p:cNvPr id="38" name="Text 36"/>
          <p:cNvSpPr/>
          <p:nvPr/>
        </p:nvSpPr>
        <p:spPr>
          <a:xfrm>
            <a:off x="7339905" y="4788397"/>
            <a:ext cx="4671120" cy="224631"/>
          </a:xfrm>
          <a:prstGeom prst="rect">
            <a:avLst/>
          </a:prstGeom>
          <a:noFill/>
          <a:ln/>
        </p:spPr>
        <p:txBody>
          <a:bodyPr wrap="none" lIns="0" tIns="0" rIns="0" bIns="0" rtlCol="0" anchor="t"/>
          <a:lstStyle/>
          <a:p>
            <a:pPr defTabSz="1219170">
              <a:lnSpc>
                <a:spcPct val="123000"/>
              </a:lnSpc>
              <a:defRPr/>
            </a:pPr>
            <a:r>
              <a:rPr lang="en-US" sz="1133" err="1">
                <a:solidFill>
                  <a:srgbClr val="384653"/>
                </a:solidFill>
                <a:latin typeface="Montserrat" pitchFamily="34" charset="0"/>
                <a:ea typeface="Montserrat" pitchFamily="34" charset="-122"/>
                <a:cs typeface="Montserrat" pitchFamily="34" charset="-120"/>
              </a:rPr>
              <a:t>account_ID</a:t>
            </a:r>
            <a:r>
              <a:rPr lang="en-US" sz="1133">
                <a:solidFill>
                  <a:srgbClr val="384653"/>
                </a:solidFill>
                <a:latin typeface="Montserrat" pitchFamily="34" charset="0"/>
                <a:ea typeface="Montserrat" pitchFamily="34" charset="-122"/>
                <a:cs typeface="Montserrat" pitchFamily="34" charset="-120"/>
              </a:rPr>
              <a:t> (FK)</a:t>
            </a:r>
            <a:endParaRPr lang="en-US" sz="1133">
              <a:solidFill>
                <a:prstClr val="black"/>
              </a:solidFill>
              <a:latin typeface="Calibri" panose="020F0502020204030204"/>
            </a:endParaRPr>
          </a:p>
        </p:txBody>
      </p:sp>
      <p:pic>
        <p:nvPicPr>
          <p:cNvPr id="50" name="Picture 49">
            <a:extLst>
              <a:ext uri="{FF2B5EF4-FFF2-40B4-BE49-F238E27FC236}">
                <a16:creationId xmlns:a16="http://schemas.microsoft.com/office/drawing/2014/main" id="{B3785C5E-20C4-8F2E-DB9F-C95DE8AE27D1}"/>
              </a:ext>
            </a:extLst>
          </p:cNvPr>
          <p:cNvPicPr>
            <a:picLocks noChangeAspect="1"/>
          </p:cNvPicPr>
          <p:nvPr/>
        </p:nvPicPr>
        <p:blipFill>
          <a:blip r:embed="rId3"/>
          <a:stretch>
            <a:fillRect/>
          </a:stretch>
        </p:blipFill>
        <p:spPr>
          <a:xfrm>
            <a:off x="200243" y="185677"/>
            <a:ext cx="1330948" cy="405619"/>
          </a:xfrm>
          <a:prstGeom prst="rect">
            <a:avLst/>
          </a:prstGeom>
        </p:spPr>
      </p:pic>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3D7BD7EB-0338-E351-0C45-2DCBFDFB81E7}"/>
                  </a:ext>
                </a:extLst>
              </p14:cNvPr>
              <p14:cNvContentPartPr/>
              <p14:nvPr/>
            </p14:nvContentPartPr>
            <p14:xfrm>
              <a:off x="11145510" y="6594150"/>
              <a:ext cx="898200" cy="167040"/>
            </p14:xfrm>
          </p:contentPart>
        </mc:Choice>
        <mc:Fallback xmlns="">
          <p:pic>
            <p:nvPicPr>
              <p:cNvPr id="49" name="Ink 48">
                <a:extLst>
                  <a:ext uri="{FF2B5EF4-FFF2-40B4-BE49-F238E27FC236}">
                    <a16:creationId xmlns:a16="http://schemas.microsoft.com/office/drawing/2014/main" id="{3D7BD7EB-0338-E351-0C45-2DCBFDFB81E7}"/>
                  </a:ext>
                </a:extLst>
              </p:cNvPr>
              <p:cNvPicPr/>
              <p:nvPr/>
            </p:nvPicPr>
            <p:blipFill>
              <a:blip r:embed="rId5"/>
              <a:stretch>
                <a:fillRect/>
              </a:stretch>
            </p:blipFill>
            <p:spPr>
              <a:xfrm>
                <a:off x="11082510" y="6531150"/>
                <a:ext cx="1023840" cy="292680"/>
              </a:xfrm>
              <a:prstGeom prst="rect">
                <a:avLst/>
              </a:prstGeom>
            </p:spPr>
          </p:pic>
        </mc:Fallback>
      </mc:AlternateContent>
      <p:sp>
        <p:nvSpPr>
          <p:cNvPr id="48" name="TextBox 47">
            <a:extLst>
              <a:ext uri="{FF2B5EF4-FFF2-40B4-BE49-F238E27FC236}">
                <a16:creationId xmlns:a16="http://schemas.microsoft.com/office/drawing/2014/main" id="{29FE65F9-1AE4-668D-8315-815BE9FD2F8D}"/>
              </a:ext>
            </a:extLst>
          </p:cNvPr>
          <p:cNvSpPr txBox="1"/>
          <p:nvPr/>
        </p:nvSpPr>
        <p:spPr>
          <a:xfrm>
            <a:off x="7311711" y="3149752"/>
            <a:ext cx="1093735" cy="253916"/>
          </a:xfrm>
          <a:prstGeom prst="rect">
            <a:avLst/>
          </a:prstGeom>
          <a:noFill/>
        </p:spPr>
        <p:txBody>
          <a:bodyPr wrap="square" rtlCol="0">
            <a:spAutoFit/>
          </a:bodyPr>
          <a:lstStyle/>
          <a:p>
            <a:r>
              <a:rPr lang="en-IN" sz="1050"/>
              <a:t>__</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BA346AF-5B90-710B-3FA4-0A4FEB0631D1}"/>
                  </a:ext>
                </a:extLst>
              </p14:cNvPr>
              <p14:cNvContentPartPr/>
              <p14:nvPr/>
            </p14:nvContentPartPr>
            <p14:xfrm>
              <a:off x="3134996" y="628611"/>
              <a:ext cx="360" cy="360"/>
            </p14:xfrm>
          </p:contentPart>
        </mc:Choice>
        <mc:Fallback xmlns="">
          <p:pic>
            <p:nvPicPr>
              <p:cNvPr id="4" name="Ink 3">
                <a:extLst>
                  <a:ext uri="{FF2B5EF4-FFF2-40B4-BE49-F238E27FC236}">
                    <a16:creationId xmlns:a16="http://schemas.microsoft.com/office/drawing/2014/main" id="{BBA346AF-5B90-710B-3FA4-0A4FEB0631D1}"/>
                  </a:ext>
                </a:extLst>
              </p:cNvPr>
              <p:cNvPicPr/>
              <p:nvPr/>
            </p:nvPicPr>
            <p:blipFill>
              <a:blip r:embed="rId3"/>
              <a:stretch>
                <a:fillRect/>
              </a:stretch>
            </p:blipFill>
            <p:spPr>
              <a:xfrm>
                <a:off x="3044996" y="44861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B9353A0-39EE-397D-B1A1-3F6FAC3A42D5}"/>
                  </a:ext>
                </a:extLst>
              </p14:cNvPr>
              <p14:cNvContentPartPr/>
              <p14:nvPr/>
            </p14:nvContentPartPr>
            <p14:xfrm>
              <a:off x="2349836" y="496851"/>
              <a:ext cx="785520" cy="132120"/>
            </p14:xfrm>
          </p:contentPart>
        </mc:Choice>
        <mc:Fallback xmlns="">
          <p:pic>
            <p:nvPicPr>
              <p:cNvPr id="5" name="Ink 4">
                <a:extLst>
                  <a:ext uri="{FF2B5EF4-FFF2-40B4-BE49-F238E27FC236}">
                    <a16:creationId xmlns:a16="http://schemas.microsoft.com/office/drawing/2014/main" id="{9B9353A0-39EE-397D-B1A1-3F6FAC3A42D5}"/>
                  </a:ext>
                </a:extLst>
              </p:cNvPr>
              <p:cNvPicPr/>
              <p:nvPr/>
            </p:nvPicPr>
            <p:blipFill>
              <a:blip r:embed="rId5"/>
              <a:stretch>
                <a:fillRect/>
              </a:stretch>
            </p:blipFill>
            <p:spPr>
              <a:xfrm>
                <a:off x="2259836" y="316851"/>
                <a:ext cx="96516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C96D65B-C9DF-2B9A-74EF-B174FB0C63B2}"/>
                  </a:ext>
                </a:extLst>
              </p14:cNvPr>
              <p14:cNvContentPartPr/>
              <p14:nvPr/>
            </p14:nvContentPartPr>
            <p14:xfrm>
              <a:off x="2116196" y="619611"/>
              <a:ext cx="463680" cy="17640"/>
            </p14:xfrm>
          </p:contentPart>
        </mc:Choice>
        <mc:Fallback xmlns="">
          <p:pic>
            <p:nvPicPr>
              <p:cNvPr id="6" name="Ink 5">
                <a:extLst>
                  <a:ext uri="{FF2B5EF4-FFF2-40B4-BE49-F238E27FC236}">
                    <a16:creationId xmlns:a16="http://schemas.microsoft.com/office/drawing/2014/main" id="{9C96D65B-C9DF-2B9A-74EF-B174FB0C63B2}"/>
                  </a:ext>
                </a:extLst>
              </p:cNvPr>
              <p:cNvPicPr/>
              <p:nvPr/>
            </p:nvPicPr>
            <p:blipFill>
              <a:blip r:embed="rId7"/>
              <a:stretch>
                <a:fillRect/>
              </a:stretch>
            </p:blipFill>
            <p:spPr>
              <a:xfrm>
                <a:off x="2026196" y="435861"/>
                <a:ext cx="643320" cy="38477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460FCA2B-A2D5-562A-2A05-9A1D2B0FC492}"/>
                  </a:ext>
                </a:extLst>
              </p14:cNvPr>
              <p14:cNvContentPartPr/>
              <p14:nvPr/>
            </p14:nvContentPartPr>
            <p14:xfrm>
              <a:off x="1900556" y="304971"/>
              <a:ext cx="1758600" cy="427320"/>
            </p14:xfrm>
          </p:contentPart>
        </mc:Choice>
        <mc:Fallback xmlns="">
          <p:pic>
            <p:nvPicPr>
              <p:cNvPr id="7" name="Ink 6">
                <a:extLst>
                  <a:ext uri="{FF2B5EF4-FFF2-40B4-BE49-F238E27FC236}">
                    <a16:creationId xmlns:a16="http://schemas.microsoft.com/office/drawing/2014/main" id="{460FCA2B-A2D5-562A-2A05-9A1D2B0FC492}"/>
                  </a:ext>
                </a:extLst>
              </p:cNvPr>
              <p:cNvPicPr/>
              <p:nvPr/>
            </p:nvPicPr>
            <p:blipFill>
              <a:blip r:embed="rId9"/>
              <a:stretch>
                <a:fillRect/>
              </a:stretch>
            </p:blipFill>
            <p:spPr>
              <a:xfrm>
                <a:off x="1810556" y="124971"/>
                <a:ext cx="1938240" cy="786960"/>
              </a:xfrm>
              <a:prstGeom prst="rect">
                <a:avLst/>
              </a:prstGeom>
            </p:spPr>
          </p:pic>
        </mc:Fallback>
      </mc:AlternateContent>
      <p:pic>
        <p:nvPicPr>
          <p:cNvPr id="9" name="Picture 8" descr="The image illustrates a relational database schema for a bank account management system, detailing customer, transaction, branch, account, and loan information.&#10;&#10;AI-generated content may be incorrect.">
            <a:extLst>
              <a:ext uri="{FF2B5EF4-FFF2-40B4-BE49-F238E27FC236}">
                <a16:creationId xmlns:a16="http://schemas.microsoft.com/office/drawing/2014/main" id="{49EB400C-3B3F-B2EE-5CF3-11B33CB2E89C}"/>
              </a:ext>
            </a:extLst>
          </p:cNvPr>
          <p:cNvPicPr>
            <a:picLocks noChangeAspect="1"/>
          </p:cNvPicPr>
          <p:nvPr/>
        </p:nvPicPr>
        <p:blipFill>
          <a:blip r:embed="rId10"/>
          <a:stretch>
            <a:fillRect/>
          </a:stretch>
        </p:blipFill>
        <p:spPr>
          <a:xfrm>
            <a:off x="164819" y="0"/>
            <a:ext cx="11862362" cy="6858000"/>
          </a:xfrm>
          <a:prstGeom prst="rect">
            <a:avLst/>
          </a:prstGeom>
        </p:spPr>
      </p:pic>
    </p:spTree>
    <p:extLst>
      <p:ext uri="{BB962C8B-B14F-4D97-AF65-F5344CB8AC3E}">
        <p14:creationId xmlns:p14="http://schemas.microsoft.com/office/powerpoint/2010/main" val="212461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n Entity-Relationship Diagram (ERD) for a Bank Account Management System, showcasing various entities such as Customer, Branch, Account, Transaction, Employee, Loan, and Card, and their relationships like MAINTAINS, OWNS, HAS, and AVAILS.&#10;&#10;AI-generated content may be incorrect.">
            <a:extLst>
              <a:ext uri="{FF2B5EF4-FFF2-40B4-BE49-F238E27FC236}">
                <a16:creationId xmlns:a16="http://schemas.microsoft.com/office/drawing/2014/main" id="{4EAF8A3B-12AD-9B3E-EE47-8D612A691548}"/>
              </a:ext>
            </a:extLst>
          </p:cNvPr>
          <p:cNvPicPr>
            <a:picLocks noChangeAspect="1"/>
          </p:cNvPicPr>
          <p:nvPr/>
        </p:nvPicPr>
        <p:blipFill>
          <a:blip r:embed="rId2"/>
          <a:stretch>
            <a:fillRect/>
          </a:stretch>
        </p:blipFill>
        <p:spPr>
          <a:xfrm>
            <a:off x="1602377" y="0"/>
            <a:ext cx="9216585"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C681B21C-F589-7CC8-6147-EA666FC39519}"/>
                  </a:ext>
                </a:extLst>
              </p14:cNvPr>
              <p14:cNvContentPartPr/>
              <p14:nvPr/>
            </p14:nvContentPartPr>
            <p14:xfrm>
              <a:off x="4417509" y="160937"/>
              <a:ext cx="1908360" cy="166680"/>
            </p14:xfrm>
          </p:contentPart>
        </mc:Choice>
        <mc:Fallback xmlns="">
          <p:pic>
            <p:nvPicPr>
              <p:cNvPr id="5" name="Ink 4">
                <a:extLst>
                  <a:ext uri="{FF2B5EF4-FFF2-40B4-BE49-F238E27FC236}">
                    <a16:creationId xmlns:a16="http://schemas.microsoft.com/office/drawing/2014/main" id="{C681B21C-F589-7CC8-6147-EA666FC39519}"/>
                  </a:ext>
                </a:extLst>
              </p:cNvPr>
              <p:cNvPicPr/>
              <p:nvPr/>
            </p:nvPicPr>
            <p:blipFill>
              <a:blip r:embed="rId4"/>
              <a:stretch>
                <a:fillRect/>
              </a:stretch>
            </p:blipFill>
            <p:spPr>
              <a:xfrm>
                <a:off x="4327509" y="-19063"/>
                <a:ext cx="2088000" cy="526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21C4BF2-D5F4-6C69-F69C-5C85FF4C4AEC}"/>
                  </a:ext>
                </a:extLst>
              </p14:cNvPr>
              <p14:cNvContentPartPr/>
              <p14:nvPr/>
            </p14:nvContentPartPr>
            <p14:xfrm>
              <a:off x="4571949" y="43543"/>
              <a:ext cx="1834200" cy="124920"/>
            </p14:xfrm>
          </p:contentPart>
        </mc:Choice>
        <mc:Fallback xmlns="">
          <p:pic>
            <p:nvPicPr>
              <p:cNvPr id="6" name="Ink 5">
                <a:extLst>
                  <a:ext uri="{FF2B5EF4-FFF2-40B4-BE49-F238E27FC236}">
                    <a16:creationId xmlns:a16="http://schemas.microsoft.com/office/drawing/2014/main" id="{321C4BF2-D5F4-6C69-F69C-5C85FF4C4AEC}"/>
                  </a:ext>
                </a:extLst>
              </p:cNvPr>
              <p:cNvPicPr/>
              <p:nvPr/>
            </p:nvPicPr>
            <p:blipFill>
              <a:blip r:embed="rId6"/>
              <a:stretch>
                <a:fillRect/>
              </a:stretch>
            </p:blipFill>
            <p:spPr>
              <a:xfrm>
                <a:off x="4481949" y="-136457"/>
                <a:ext cx="2013840" cy="484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AD3B4E7-83CE-64DF-7992-2211546DAB45}"/>
                  </a:ext>
                </a:extLst>
              </p14:cNvPr>
              <p14:cNvContentPartPr/>
              <p14:nvPr/>
            </p14:nvContentPartPr>
            <p14:xfrm>
              <a:off x="4583469" y="41537"/>
              <a:ext cx="3428640" cy="158760"/>
            </p14:xfrm>
          </p:contentPart>
        </mc:Choice>
        <mc:Fallback xmlns="">
          <p:pic>
            <p:nvPicPr>
              <p:cNvPr id="7" name="Ink 6">
                <a:extLst>
                  <a:ext uri="{FF2B5EF4-FFF2-40B4-BE49-F238E27FC236}">
                    <a16:creationId xmlns:a16="http://schemas.microsoft.com/office/drawing/2014/main" id="{2AD3B4E7-83CE-64DF-7992-2211546DAB45}"/>
                  </a:ext>
                </a:extLst>
              </p:cNvPr>
              <p:cNvPicPr/>
              <p:nvPr/>
            </p:nvPicPr>
            <p:blipFill>
              <a:blip r:embed="rId8"/>
              <a:stretch>
                <a:fillRect/>
              </a:stretch>
            </p:blipFill>
            <p:spPr>
              <a:xfrm>
                <a:off x="4493460" y="-138463"/>
                <a:ext cx="3608299"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B7180F1-FB6A-37A1-67DD-669241DB5DC2}"/>
                  </a:ext>
                </a:extLst>
              </p14:cNvPr>
              <p14:cNvContentPartPr/>
              <p14:nvPr/>
            </p14:nvContentPartPr>
            <p14:xfrm>
              <a:off x="4588869" y="104177"/>
              <a:ext cx="1933560" cy="70200"/>
            </p14:xfrm>
          </p:contentPart>
        </mc:Choice>
        <mc:Fallback xmlns="">
          <p:pic>
            <p:nvPicPr>
              <p:cNvPr id="9" name="Ink 8">
                <a:extLst>
                  <a:ext uri="{FF2B5EF4-FFF2-40B4-BE49-F238E27FC236}">
                    <a16:creationId xmlns:a16="http://schemas.microsoft.com/office/drawing/2014/main" id="{6B7180F1-FB6A-37A1-67DD-669241DB5DC2}"/>
                  </a:ext>
                </a:extLst>
              </p:cNvPr>
              <p:cNvPicPr/>
              <p:nvPr/>
            </p:nvPicPr>
            <p:blipFill>
              <a:blip r:embed="rId10"/>
              <a:stretch>
                <a:fillRect/>
              </a:stretch>
            </p:blipFill>
            <p:spPr>
              <a:xfrm>
                <a:off x="4498869" y="-76751"/>
                <a:ext cx="2113200" cy="43169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12779572-EBA1-E2BB-FB5B-017E0F0298A2}"/>
                  </a:ext>
                </a:extLst>
              </p14:cNvPr>
              <p14:cNvContentPartPr/>
              <p14:nvPr/>
            </p14:nvContentPartPr>
            <p14:xfrm>
              <a:off x="2647389" y="-130903"/>
              <a:ext cx="360" cy="360"/>
            </p14:xfrm>
          </p:contentPart>
        </mc:Choice>
        <mc:Fallback xmlns="">
          <p:pic>
            <p:nvPicPr>
              <p:cNvPr id="10" name="Ink 9">
                <a:extLst>
                  <a:ext uri="{FF2B5EF4-FFF2-40B4-BE49-F238E27FC236}">
                    <a16:creationId xmlns:a16="http://schemas.microsoft.com/office/drawing/2014/main" id="{12779572-EBA1-E2BB-FB5B-017E0F0298A2}"/>
                  </a:ext>
                </a:extLst>
              </p:cNvPr>
              <p:cNvPicPr/>
              <p:nvPr/>
            </p:nvPicPr>
            <p:blipFill>
              <a:blip r:embed="rId12"/>
              <a:stretch>
                <a:fillRect/>
              </a:stretch>
            </p:blipFill>
            <p:spPr>
              <a:xfrm>
                <a:off x="2557389" y="-310903"/>
                <a:ext cx="180000" cy="360000"/>
              </a:xfrm>
              <a:prstGeom prst="rect">
                <a:avLst/>
              </a:prstGeom>
            </p:spPr>
          </p:pic>
        </mc:Fallback>
      </mc:AlternateContent>
    </p:spTree>
    <p:extLst>
      <p:ext uri="{BB962C8B-B14F-4D97-AF65-F5344CB8AC3E}">
        <p14:creationId xmlns:p14="http://schemas.microsoft.com/office/powerpoint/2010/main" val="3310574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1B8059-E25C-9607-319B-BB75144C6177}"/>
              </a:ext>
            </a:extLst>
          </p:cNvPr>
          <p:cNvSpPr txBox="1"/>
          <p:nvPr/>
        </p:nvSpPr>
        <p:spPr>
          <a:xfrm>
            <a:off x="2804160" y="243840"/>
            <a:ext cx="7001691" cy="461665"/>
          </a:xfrm>
          <a:prstGeom prst="rect">
            <a:avLst/>
          </a:prstGeom>
          <a:noFill/>
        </p:spPr>
        <p:txBody>
          <a:bodyPr wrap="square">
            <a:spAutoFit/>
          </a:bodyPr>
          <a:lstStyle/>
          <a:p>
            <a:pPr>
              <a:spcBef>
                <a:spcPts val="1600"/>
              </a:spcBef>
              <a:spcAft>
                <a:spcPts val="800"/>
              </a:spcAft>
              <a:buNone/>
            </a:pPr>
            <a:r>
              <a:rPr lang="en-IN" sz="2400" b="1" kern="0">
                <a:solidFill>
                  <a:schemeClr val="tx1"/>
                </a:solidFill>
                <a:effectLst/>
                <a:latin typeface="+mn-lt"/>
              </a:rPr>
              <a:t>GITHUB REPOSITORY &amp; TEAM RESPONSIBILITIES</a:t>
            </a:r>
            <a:endParaRPr lang="en-IN" sz="2400" b="1" kern="0">
              <a:solidFill>
                <a:srgbClr val="2E74B5"/>
              </a:solidFill>
              <a:effectLst/>
              <a:latin typeface="Times New Roman" panose="02020603050405020304" pitchFamily="18" charset="0"/>
            </a:endParaRPr>
          </a:p>
        </p:txBody>
      </p:sp>
      <p:pic>
        <p:nvPicPr>
          <p:cNvPr id="5" name="Picture 4">
            <a:extLst>
              <a:ext uri="{FF2B5EF4-FFF2-40B4-BE49-F238E27FC236}">
                <a16:creationId xmlns:a16="http://schemas.microsoft.com/office/drawing/2014/main" id="{259D71DF-5B5B-9467-AE3C-60179AC70241}"/>
              </a:ext>
            </a:extLst>
          </p:cNvPr>
          <p:cNvPicPr>
            <a:picLocks noChangeAspect="1"/>
          </p:cNvPicPr>
          <p:nvPr/>
        </p:nvPicPr>
        <p:blipFill>
          <a:blip r:embed="rId2"/>
          <a:srcRect/>
          <a:stretch/>
        </p:blipFill>
        <p:spPr>
          <a:xfrm>
            <a:off x="1648233" y="2160417"/>
            <a:ext cx="8895534" cy="3506074"/>
          </a:xfrm>
          <a:prstGeom prst="rect">
            <a:avLst/>
          </a:prstGeom>
        </p:spPr>
      </p:pic>
      <p:sp>
        <p:nvSpPr>
          <p:cNvPr id="6" name="Rectangle 5">
            <a:extLst>
              <a:ext uri="{FF2B5EF4-FFF2-40B4-BE49-F238E27FC236}">
                <a16:creationId xmlns:a16="http://schemas.microsoft.com/office/drawing/2014/main" id="{AF4C6618-1DD9-71AD-1A22-63E23C9BA11D}"/>
              </a:ext>
            </a:extLst>
          </p:cNvPr>
          <p:cNvSpPr/>
          <p:nvPr/>
        </p:nvSpPr>
        <p:spPr>
          <a:xfrm>
            <a:off x="1872343" y="753693"/>
            <a:ext cx="8671424" cy="6792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b="1" dirty="0"/>
              <a:t>Repository Link: </a:t>
            </a:r>
            <a:r>
              <a:rPr lang="en-US" b="1" dirty="0">
                <a:hlinkClick r:id="rId3"/>
              </a:rPr>
              <a:t>https://github.com/pavanipriyakuppala-source/team-19-BANK-ACCOUNT-MANAGEMENT-SYSTEM</a:t>
            </a:r>
            <a:r>
              <a:rPr lang="en-US" b="1" dirty="0"/>
              <a:t> </a:t>
            </a:r>
            <a:endParaRPr lang="en-IN" dirty="0"/>
          </a:p>
        </p:txBody>
      </p:sp>
    </p:spTree>
    <p:extLst>
      <p:ext uri="{BB962C8B-B14F-4D97-AF65-F5344CB8AC3E}">
        <p14:creationId xmlns:p14="http://schemas.microsoft.com/office/powerpoint/2010/main" val="2664915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ySQL Workbench interface displaying the creation of a database named 'bank_management' with two tables: Branch and Employee.&#10;&#10;AI-generated content may be incorrect.">
            <a:extLst>
              <a:ext uri="{FF2B5EF4-FFF2-40B4-BE49-F238E27FC236}">
                <a16:creationId xmlns:a16="http://schemas.microsoft.com/office/drawing/2014/main" id="{2E8DA778-E476-BE55-A156-A6E6DBA89367}"/>
              </a:ext>
            </a:extLst>
          </p:cNvPr>
          <p:cNvPicPr>
            <a:picLocks noChangeAspect="1"/>
          </p:cNvPicPr>
          <p:nvPr/>
        </p:nvPicPr>
        <p:blipFill>
          <a:blip r:embed="rId2"/>
          <a:stretch>
            <a:fillRect/>
          </a:stretch>
        </p:blipFill>
        <p:spPr>
          <a:xfrm>
            <a:off x="1057984" y="859540"/>
            <a:ext cx="9461396" cy="5922890"/>
          </a:xfrm>
          <a:prstGeom prst="rect">
            <a:avLst/>
          </a:prstGeom>
        </p:spPr>
      </p:pic>
      <p:sp>
        <p:nvSpPr>
          <p:cNvPr id="6" name="TextBox 5">
            <a:extLst>
              <a:ext uri="{FF2B5EF4-FFF2-40B4-BE49-F238E27FC236}">
                <a16:creationId xmlns:a16="http://schemas.microsoft.com/office/drawing/2014/main" id="{98CE1A2C-7FC8-ECF4-EC23-835531B406BA}"/>
              </a:ext>
            </a:extLst>
          </p:cNvPr>
          <p:cNvSpPr txBox="1"/>
          <p:nvPr/>
        </p:nvSpPr>
        <p:spPr>
          <a:xfrm>
            <a:off x="4209264" y="521363"/>
            <a:ext cx="3196622" cy="640945"/>
          </a:xfrm>
          <a:prstGeom prst="rect">
            <a:avLst/>
          </a:prstGeom>
          <a:noFill/>
        </p:spPr>
        <p:txBody>
          <a:bodyPr wrap="square" rtlCol="0">
            <a:spAutoFit/>
          </a:bodyPr>
          <a:lstStyle/>
          <a:p>
            <a:r>
              <a:rPr lang="en-IN">
                <a:solidFill>
                  <a:schemeClr val="accent1">
                    <a:lumMod val="75000"/>
                  </a:schemeClr>
                </a:solidFill>
                <a:latin typeface="Times New Roman" panose="02020603050405020304" pitchFamily="18" charset="0"/>
                <a:cs typeface="Times New Roman" panose="02020603050405020304" pitchFamily="18" charset="0"/>
              </a:rPr>
              <a:t>Database creation &amp; constraints</a:t>
            </a:r>
          </a:p>
          <a:p>
            <a:endParaRPr lang="en-IN"/>
          </a:p>
        </p:txBody>
      </p:sp>
    </p:spTree>
    <p:extLst>
      <p:ext uri="{BB962C8B-B14F-4D97-AF65-F5344CB8AC3E}">
        <p14:creationId xmlns:p14="http://schemas.microsoft.com/office/powerpoint/2010/main" val="186683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MySQL Workbench interface with various sections, including the bank management system schema, tables for account, customer, employee, and transaction log, and data being inserted into the Employee table.">
            <a:extLst>
              <a:ext uri="{FF2B5EF4-FFF2-40B4-BE49-F238E27FC236}">
                <a16:creationId xmlns:a16="http://schemas.microsoft.com/office/drawing/2014/main" id="{76476AE2-4779-C31F-2F02-895A3EE33AC5}"/>
              </a:ext>
            </a:extLst>
          </p:cNvPr>
          <p:cNvPicPr>
            <a:picLocks noChangeAspect="1"/>
          </p:cNvPicPr>
          <p:nvPr/>
        </p:nvPicPr>
        <p:blipFill>
          <a:blip r:embed="rId2"/>
          <a:stretch>
            <a:fillRect/>
          </a:stretch>
        </p:blipFill>
        <p:spPr>
          <a:xfrm>
            <a:off x="1216680" y="1017792"/>
            <a:ext cx="9650321" cy="5444625"/>
          </a:xfrm>
          <a:prstGeom prst="rect">
            <a:avLst/>
          </a:prstGeom>
        </p:spPr>
      </p:pic>
      <p:sp>
        <p:nvSpPr>
          <p:cNvPr id="5" name="TextBox 4">
            <a:extLst>
              <a:ext uri="{FF2B5EF4-FFF2-40B4-BE49-F238E27FC236}">
                <a16:creationId xmlns:a16="http://schemas.microsoft.com/office/drawing/2014/main" id="{C32B7D53-41B3-BB92-634C-64D7E79B336B}"/>
              </a:ext>
            </a:extLst>
          </p:cNvPr>
          <p:cNvSpPr txBox="1"/>
          <p:nvPr/>
        </p:nvSpPr>
        <p:spPr>
          <a:xfrm>
            <a:off x="4277276" y="536549"/>
            <a:ext cx="2833884" cy="461665"/>
          </a:xfrm>
          <a:prstGeom prst="rect">
            <a:avLst/>
          </a:prstGeom>
          <a:noFill/>
        </p:spPr>
        <p:txBody>
          <a:bodyPr wrap="square" rtlCol="0">
            <a:spAutoFit/>
          </a:bodyPr>
          <a:lstStyle/>
          <a:p>
            <a:r>
              <a:rPr lang="en-IN" sz="2400">
                <a:solidFill>
                  <a:schemeClr val="accent1">
                    <a:lumMod val="75000"/>
                  </a:schemeClr>
                </a:solidFill>
                <a:latin typeface="Times New Roman" panose="02020603050405020304" pitchFamily="18" charset="0"/>
                <a:cs typeface="Times New Roman" panose="02020603050405020304" pitchFamily="18" charset="0"/>
              </a:rPr>
              <a:t>Insert sample data</a:t>
            </a:r>
          </a:p>
        </p:txBody>
      </p:sp>
    </p:spTree>
    <p:extLst>
      <p:ext uri="{BB962C8B-B14F-4D97-AF65-F5344CB8AC3E}">
        <p14:creationId xmlns:p14="http://schemas.microsoft.com/office/powerpoint/2010/main" val="1689901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structured flowchart or diagram illustrating the various types of Data Definition Language (DDL), Data Manipulation Language (DML), and Data Query Language (DQL) operations, including examples like CREATE TABLE, INSERT INTO, SELECT, ALTER TABLE, UPDATE, DELETE, and others, demonstrating their roles in database management.&#10;&#10;AI-generated content may be incorrect.">
            <a:extLst>
              <a:ext uri="{FF2B5EF4-FFF2-40B4-BE49-F238E27FC236}">
                <a16:creationId xmlns:a16="http://schemas.microsoft.com/office/drawing/2014/main" id="{4B714424-3B92-C051-910B-5E710196CD58}"/>
              </a:ext>
            </a:extLst>
          </p:cNvPr>
          <p:cNvPicPr>
            <a:picLocks noChangeAspect="1"/>
          </p:cNvPicPr>
          <p:nvPr/>
        </p:nvPicPr>
        <p:blipFill>
          <a:blip r:embed="rId2"/>
          <a:stretch>
            <a:fillRect/>
          </a:stretch>
        </p:blipFill>
        <p:spPr>
          <a:xfrm>
            <a:off x="98243" y="0"/>
            <a:ext cx="11848010" cy="6858000"/>
          </a:xfrm>
          <a:prstGeom prst="rect">
            <a:avLst/>
          </a:prstGeom>
        </p:spPr>
      </p:pic>
    </p:spTree>
    <p:extLst>
      <p:ext uri="{BB962C8B-B14F-4D97-AF65-F5344CB8AC3E}">
        <p14:creationId xmlns:p14="http://schemas.microsoft.com/office/powerpoint/2010/main" val="330906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isplays a visual representation of various SQL operations: CREATE, READ, INSERT INTO, SELECT, VALUES, UPDATE, and DELETE, each depicted with a different colored box and corresponding SQL query.&#10;&#10;AI-generated content may be incorrect.">
            <a:extLst>
              <a:ext uri="{FF2B5EF4-FFF2-40B4-BE49-F238E27FC236}">
                <a16:creationId xmlns:a16="http://schemas.microsoft.com/office/drawing/2014/main" id="{CEA60CEE-F63E-55ED-C745-09B6377FFDB5}"/>
              </a:ext>
            </a:extLst>
          </p:cNvPr>
          <p:cNvPicPr>
            <a:picLocks noChangeAspect="1"/>
          </p:cNvPicPr>
          <p:nvPr/>
        </p:nvPicPr>
        <p:blipFill>
          <a:blip r:embed="rId2"/>
          <a:stretch>
            <a:fillRect/>
          </a:stretch>
        </p:blipFill>
        <p:spPr>
          <a:xfrm>
            <a:off x="828748" y="0"/>
            <a:ext cx="10534503" cy="6858000"/>
          </a:xfrm>
          <a:prstGeom prst="rect">
            <a:avLst/>
          </a:prstGeom>
        </p:spPr>
      </p:pic>
    </p:spTree>
    <p:extLst>
      <p:ext uri="{BB962C8B-B14F-4D97-AF65-F5344CB8AC3E}">
        <p14:creationId xmlns:p14="http://schemas.microsoft.com/office/powerpoint/2010/main" val="2586290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n error message in MySQL Workbench indicating that an INSERT INTO statement for an account with a negative balance has failed due to a check constraint that requires the balance to be non-negative.&#10;&#10;AI-generated content may be incorrect.">
            <a:extLst>
              <a:ext uri="{FF2B5EF4-FFF2-40B4-BE49-F238E27FC236}">
                <a16:creationId xmlns:a16="http://schemas.microsoft.com/office/drawing/2014/main" id="{660E8148-E06B-312B-939E-0629FBAA7647}"/>
              </a:ext>
            </a:extLst>
          </p:cNvPr>
          <p:cNvPicPr>
            <a:picLocks noChangeAspect="1"/>
          </p:cNvPicPr>
          <p:nvPr/>
        </p:nvPicPr>
        <p:blipFill>
          <a:blip r:embed="rId2"/>
          <a:stretch>
            <a:fillRect/>
          </a:stretch>
        </p:blipFill>
        <p:spPr>
          <a:xfrm>
            <a:off x="877423" y="1519649"/>
            <a:ext cx="10235769" cy="6761094"/>
          </a:xfrm>
          <a:prstGeom prst="rect">
            <a:avLst/>
          </a:prstGeom>
        </p:spPr>
      </p:pic>
      <p:sp>
        <p:nvSpPr>
          <p:cNvPr id="4" name="TextBox 3">
            <a:extLst>
              <a:ext uri="{FF2B5EF4-FFF2-40B4-BE49-F238E27FC236}">
                <a16:creationId xmlns:a16="http://schemas.microsoft.com/office/drawing/2014/main" id="{679D5FDA-AF14-879C-319A-2CE192879809}"/>
              </a:ext>
            </a:extLst>
          </p:cNvPr>
          <p:cNvSpPr txBox="1"/>
          <p:nvPr/>
        </p:nvSpPr>
        <p:spPr>
          <a:xfrm>
            <a:off x="4398187" y="1057984"/>
            <a:ext cx="3990109" cy="461665"/>
          </a:xfrm>
          <a:prstGeom prst="rect">
            <a:avLst/>
          </a:prstGeom>
          <a:noFill/>
        </p:spPr>
        <p:txBody>
          <a:bodyPr wrap="square" rtlCol="0">
            <a:spAutoFit/>
          </a:bodyPr>
          <a:lstStyle/>
          <a:p>
            <a:r>
              <a:rPr lang="en-IN" sz="2400">
                <a:solidFill>
                  <a:schemeClr val="accent1">
                    <a:lumMod val="75000"/>
                  </a:schemeClr>
                </a:solidFill>
                <a:latin typeface="Times New Roman" panose="02020603050405020304" pitchFamily="18" charset="0"/>
                <a:cs typeface="Times New Roman" panose="02020603050405020304" pitchFamily="18" charset="0"/>
              </a:rPr>
              <a:t>Data integrity &amp; validation</a:t>
            </a:r>
            <a:endParaRPr lang="en-IN" sz="2400">
              <a:solidFill>
                <a:schemeClr val="accent1">
                  <a:lumMod val="75000"/>
                </a:schemeClr>
              </a:solidFill>
            </a:endParaRPr>
          </a:p>
        </p:txBody>
      </p:sp>
    </p:spTree>
    <p:extLst>
      <p:ext uri="{BB962C8B-B14F-4D97-AF65-F5344CB8AC3E}">
        <p14:creationId xmlns:p14="http://schemas.microsoft.com/office/powerpoint/2010/main" val="3109987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37A92-4E68-E9E5-E23B-4328134C94AD}"/>
              </a:ext>
            </a:extLst>
          </p:cNvPr>
          <p:cNvSpPr txBox="1"/>
          <p:nvPr/>
        </p:nvSpPr>
        <p:spPr>
          <a:xfrm>
            <a:off x="2176423" y="785931"/>
            <a:ext cx="3393104" cy="646331"/>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Project documentation</a:t>
            </a:r>
          </a:p>
          <a:p>
            <a:endParaRPr lang="en-IN"/>
          </a:p>
        </p:txBody>
      </p:sp>
      <p:sp>
        <p:nvSpPr>
          <p:cNvPr id="3" name="TextBox 2">
            <a:hlinkClick r:id="rId2" action="ppaction://hlinkfile"/>
            <a:extLst>
              <a:ext uri="{FF2B5EF4-FFF2-40B4-BE49-F238E27FC236}">
                <a16:creationId xmlns:a16="http://schemas.microsoft.com/office/drawing/2014/main" id="{4BE048A5-0663-77AC-7916-2A5C4AF878EA}"/>
              </a:ext>
            </a:extLst>
          </p:cNvPr>
          <p:cNvSpPr txBox="1"/>
          <p:nvPr/>
        </p:nvSpPr>
        <p:spPr>
          <a:xfrm>
            <a:off x="2176423" y="1911927"/>
            <a:ext cx="4912066" cy="369332"/>
          </a:xfrm>
          <a:prstGeom prst="rect">
            <a:avLst/>
          </a:prstGeom>
          <a:noFill/>
        </p:spPr>
        <p:txBody>
          <a:bodyPr wrap="square" lIns="91440" tIns="45720" rIns="91440" bIns="45720" rtlCol="0" anchor="t">
            <a:spAutoFit/>
          </a:bodyPr>
          <a:lstStyle/>
          <a:p>
            <a:r>
              <a:rPr lang="en-IN" b="1"/>
              <a:t>Link: </a:t>
            </a:r>
            <a:r>
              <a:rPr lang="en-IN">
                <a:hlinkClick r:id="rId3" action="ppaction://hlinkfile"/>
              </a:rPr>
              <a:t>Click here for Project documentation</a:t>
            </a:r>
            <a:endParaRPr lang="en-IN" b="1">
              <a:ea typeface="Calibri"/>
              <a:cs typeface="Calibri"/>
              <a:hlinkClick r:id="" action="ppaction://hlinkfile"/>
            </a:endParaRPr>
          </a:p>
        </p:txBody>
      </p:sp>
    </p:spTree>
    <p:extLst>
      <p:ext uri="{BB962C8B-B14F-4D97-AF65-F5344CB8AC3E}">
        <p14:creationId xmlns:p14="http://schemas.microsoft.com/office/powerpoint/2010/main" val="3550768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857251" y="1457623"/>
            <a:ext cx="10477500" cy="1095077"/>
          </a:xfrm>
          <a:prstGeom prst="rect">
            <a:avLst/>
          </a:prstGeom>
        </p:spPr>
      </p:pic>
      <p:pic>
        <p:nvPicPr>
          <p:cNvPr id="4" name="Picture 3" descr="image.png"/>
          <p:cNvPicPr>
            <a:picLocks noChangeAspect="1"/>
          </p:cNvPicPr>
          <p:nvPr/>
        </p:nvPicPr>
        <p:blipFill>
          <a:blip r:embed="rId4"/>
          <a:stretch>
            <a:fillRect/>
          </a:stretch>
        </p:blipFill>
        <p:spPr>
          <a:xfrm>
            <a:off x="857251" y="2724149"/>
            <a:ext cx="10477500" cy="1009651"/>
          </a:xfrm>
          <a:prstGeom prst="rect">
            <a:avLst/>
          </a:prstGeom>
        </p:spPr>
      </p:pic>
      <p:pic>
        <p:nvPicPr>
          <p:cNvPr id="5" name="Picture 4" descr="image.png"/>
          <p:cNvPicPr>
            <a:picLocks noChangeAspect="1"/>
          </p:cNvPicPr>
          <p:nvPr/>
        </p:nvPicPr>
        <p:blipFill>
          <a:blip r:embed="rId5"/>
          <a:stretch>
            <a:fillRect/>
          </a:stretch>
        </p:blipFill>
        <p:spPr>
          <a:xfrm>
            <a:off x="857251" y="3905249"/>
            <a:ext cx="10477500" cy="1009651"/>
          </a:xfrm>
          <a:prstGeom prst="rect">
            <a:avLst/>
          </a:prstGeom>
        </p:spPr>
      </p:pic>
      <p:pic>
        <p:nvPicPr>
          <p:cNvPr id="6" name="Picture 5" descr="image.png"/>
          <p:cNvPicPr>
            <a:picLocks noChangeAspect="1"/>
          </p:cNvPicPr>
          <p:nvPr/>
        </p:nvPicPr>
        <p:blipFill>
          <a:blip r:embed="rId6"/>
          <a:stretch>
            <a:fillRect/>
          </a:stretch>
        </p:blipFill>
        <p:spPr>
          <a:xfrm>
            <a:off x="857251" y="5086349"/>
            <a:ext cx="10477500" cy="1009651"/>
          </a:xfrm>
          <a:prstGeom prst="rect">
            <a:avLst/>
          </a:prstGeom>
        </p:spPr>
      </p:pic>
      <p:pic>
        <p:nvPicPr>
          <p:cNvPr id="7" name="Picture 6" descr="image.png"/>
          <p:cNvPicPr>
            <a:picLocks noChangeAspect="1"/>
          </p:cNvPicPr>
          <p:nvPr/>
        </p:nvPicPr>
        <p:blipFill>
          <a:blip r:embed="rId7"/>
          <a:stretch>
            <a:fillRect/>
          </a:stretch>
        </p:blipFill>
        <p:spPr>
          <a:xfrm>
            <a:off x="1022253" y="1614229"/>
            <a:ext cx="720823" cy="842929"/>
          </a:xfrm>
          <a:prstGeom prst="rect">
            <a:avLst/>
          </a:prstGeom>
        </p:spPr>
      </p:pic>
      <p:pic>
        <p:nvPicPr>
          <p:cNvPr id="8" name="Picture 7" descr="image.png"/>
          <p:cNvPicPr>
            <a:picLocks noChangeAspect="1"/>
          </p:cNvPicPr>
          <p:nvPr/>
        </p:nvPicPr>
        <p:blipFill>
          <a:blip r:embed="rId8"/>
          <a:stretch>
            <a:fillRect/>
          </a:stretch>
        </p:blipFill>
        <p:spPr>
          <a:xfrm>
            <a:off x="1133475" y="2924175"/>
            <a:ext cx="609600" cy="609600"/>
          </a:xfrm>
          <a:prstGeom prst="rect">
            <a:avLst/>
          </a:prstGeom>
        </p:spPr>
      </p:pic>
      <p:pic>
        <p:nvPicPr>
          <p:cNvPr id="9" name="Picture 8" descr="image.png"/>
          <p:cNvPicPr>
            <a:picLocks noChangeAspect="1"/>
          </p:cNvPicPr>
          <p:nvPr/>
        </p:nvPicPr>
        <p:blipFill>
          <a:blip r:embed="rId9"/>
          <a:stretch>
            <a:fillRect/>
          </a:stretch>
        </p:blipFill>
        <p:spPr>
          <a:xfrm>
            <a:off x="1133475" y="4105275"/>
            <a:ext cx="609600" cy="609600"/>
          </a:xfrm>
          <a:prstGeom prst="rect">
            <a:avLst/>
          </a:prstGeom>
        </p:spPr>
      </p:pic>
      <p:pic>
        <p:nvPicPr>
          <p:cNvPr id="10" name="Picture 9" descr="image.png"/>
          <p:cNvPicPr>
            <a:picLocks noChangeAspect="1"/>
          </p:cNvPicPr>
          <p:nvPr/>
        </p:nvPicPr>
        <p:blipFill>
          <a:blip r:embed="rId10"/>
          <a:stretch>
            <a:fillRect/>
          </a:stretch>
        </p:blipFill>
        <p:spPr>
          <a:xfrm>
            <a:off x="1133475" y="5286375"/>
            <a:ext cx="609600" cy="609600"/>
          </a:xfrm>
          <a:prstGeom prst="rect">
            <a:avLst/>
          </a:prstGeom>
        </p:spPr>
      </p:pic>
      <p:pic>
        <p:nvPicPr>
          <p:cNvPr id="11" name="Picture 10" descr="image.png"/>
          <p:cNvPicPr>
            <a:picLocks noChangeAspect="1"/>
          </p:cNvPicPr>
          <p:nvPr/>
        </p:nvPicPr>
        <p:blipFill>
          <a:blip r:embed="rId11"/>
          <a:stretch>
            <a:fillRect/>
          </a:stretch>
        </p:blipFill>
        <p:spPr>
          <a:xfrm>
            <a:off x="1319212" y="1914526"/>
            <a:ext cx="238125" cy="266700"/>
          </a:xfrm>
          <a:prstGeom prst="rect">
            <a:avLst/>
          </a:prstGeom>
        </p:spPr>
      </p:pic>
      <p:sp>
        <p:nvSpPr>
          <p:cNvPr id="12" name="TextBox 11"/>
          <p:cNvSpPr txBox="1"/>
          <p:nvPr/>
        </p:nvSpPr>
        <p:spPr>
          <a:xfrm>
            <a:off x="2009775" y="1696632"/>
            <a:ext cx="3220403" cy="242374"/>
          </a:xfrm>
          <a:prstGeom prst="rect">
            <a:avLst/>
          </a:prstGeom>
          <a:noFill/>
        </p:spPr>
        <p:txBody>
          <a:bodyPr wrap="square" lIns="0" tIns="0" rIns="0" bIns="0" anchor="t">
            <a:spAutoFit/>
          </a:bodyPr>
          <a:lstStyle/>
          <a:p>
            <a:pPr algn="l"/>
            <a:r>
              <a:rPr sz="1575">
                <a:solidFill>
                  <a:srgbClr val="0F172A"/>
                </a:solidFill>
                <a:latin typeface="Poppins SemiBold"/>
              </a:rPr>
              <a:t>MySQL &amp; SQL</a:t>
            </a:r>
          </a:p>
        </p:txBody>
      </p:sp>
      <p:sp>
        <p:nvSpPr>
          <p:cNvPr id="13" name="TextBox 12"/>
          <p:cNvSpPr txBox="1"/>
          <p:nvPr/>
        </p:nvSpPr>
        <p:spPr>
          <a:xfrm>
            <a:off x="2009775" y="2030009"/>
            <a:ext cx="3067051"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Relational database engine and query language</a:t>
            </a:r>
          </a:p>
        </p:txBody>
      </p:sp>
      <p:pic>
        <p:nvPicPr>
          <p:cNvPr id="14" name="Picture 13" descr="image.png"/>
          <p:cNvPicPr>
            <a:picLocks noChangeAspect="1"/>
          </p:cNvPicPr>
          <p:nvPr/>
        </p:nvPicPr>
        <p:blipFill>
          <a:blip r:embed="rId12"/>
          <a:stretch>
            <a:fillRect/>
          </a:stretch>
        </p:blipFill>
        <p:spPr>
          <a:xfrm>
            <a:off x="1304926" y="3095626"/>
            <a:ext cx="266700" cy="266700"/>
          </a:xfrm>
          <a:prstGeom prst="rect">
            <a:avLst/>
          </a:prstGeom>
        </p:spPr>
      </p:pic>
      <p:sp>
        <p:nvSpPr>
          <p:cNvPr id="15" name="TextBox 14"/>
          <p:cNvSpPr txBox="1"/>
          <p:nvPr/>
        </p:nvSpPr>
        <p:spPr>
          <a:xfrm>
            <a:off x="1989774" y="2869964"/>
            <a:ext cx="3310413" cy="242374"/>
          </a:xfrm>
          <a:prstGeom prst="rect">
            <a:avLst/>
          </a:prstGeom>
          <a:noFill/>
        </p:spPr>
        <p:txBody>
          <a:bodyPr wrap="square" lIns="0" tIns="0" rIns="0" bIns="0" anchor="t">
            <a:spAutoFit/>
          </a:bodyPr>
          <a:lstStyle/>
          <a:p>
            <a:pPr algn="l"/>
            <a:r>
              <a:rPr sz="1575">
                <a:solidFill>
                  <a:srgbClr val="0F172A"/>
                </a:solidFill>
                <a:latin typeface="Poppins SemiBold"/>
              </a:rPr>
              <a:t>MySQL Workbench</a:t>
            </a:r>
          </a:p>
        </p:txBody>
      </p:sp>
      <p:sp>
        <p:nvSpPr>
          <p:cNvPr id="16" name="TextBox 15"/>
          <p:cNvSpPr txBox="1"/>
          <p:nvPr/>
        </p:nvSpPr>
        <p:spPr>
          <a:xfrm>
            <a:off x="2043589" y="3188281"/>
            <a:ext cx="3152775"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Schema design, visualization, and administration</a:t>
            </a:r>
          </a:p>
        </p:txBody>
      </p:sp>
      <p:pic>
        <p:nvPicPr>
          <p:cNvPr id="17" name="Picture 16" descr="image.png"/>
          <p:cNvPicPr>
            <a:picLocks noChangeAspect="1"/>
          </p:cNvPicPr>
          <p:nvPr/>
        </p:nvPicPr>
        <p:blipFill>
          <a:blip r:embed="rId13"/>
          <a:stretch>
            <a:fillRect/>
          </a:stretch>
        </p:blipFill>
        <p:spPr>
          <a:xfrm>
            <a:off x="1285875" y="4276726"/>
            <a:ext cx="304800" cy="266700"/>
          </a:xfrm>
          <a:prstGeom prst="rect">
            <a:avLst/>
          </a:prstGeom>
        </p:spPr>
      </p:pic>
      <p:sp>
        <p:nvSpPr>
          <p:cNvPr id="18" name="TextBox 17"/>
          <p:cNvSpPr txBox="1"/>
          <p:nvPr/>
        </p:nvSpPr>
        <p:spPr>
          <a:xfrm>
            <a:off x="2009777" y="4129087"/>
            <a:ext cx="2430303" cy="242374"/>
          </a:xfrm>
          <a:prstGeom prst="rect">
            <a:avLst/>
          </a:prstGeom>
          <a:noFill/>
        </p:spPr>
        <p:txBody>
          <a:bodyPr wrap="square" lIns="0" tIns="0" rIns="0" bIns="0" anchor="t">
            <a:spAutoFit/>
          </a:bodyPr>
          <a:lstStyle/>
          <a:p>
            <a:pPr algn="l"/>
            <a:r>
              <a:rPr sz="1575">
                <a:solidFill>
                  <a:srgbClr val="0F172A"/>
                </a:solidFill>
                <a:latin typeface="Poppins SemiBold"/>
              </a:rPr>
              <a:t>Draw.io</a:t>
            </a:r>
          </a:p>
        </p:txBody>
      </p:sp>
      <p:sp>
        <p:nvSpPr>
          <p:cNvPr id="19" name="TextBox 18"/>
          <p:cNvSpPr txBox="1"/>
          <p:nvPr/>
        </p:nvSpPr>
        <p:spPr>
          <a:xfrm>
            <a:off x="2009778" y="4462464"/>
            <a:ext cx="2430302" cy="452436"/>
          </a:xfrm>
          <a:prstGeom prst="rect">
            <a:avLst/>
          </a:prstGeom>
          <a:noFill/>
        </p:spPr>
        <p:txBody>
          <a:bodyPr wrap="square" lIns="0" tIns="0" rIns="0" bIns="0" anchor="t">
            <a:spAutoFit/>
          </a:bodyPr>
          <a:lstStyle/>
          <a:p>
            <a:pPr>
              <a:lnSpc>
                <a:spcPts val="1800"/>
              </a:lnSpc>
            </a:pPr>
            <a:r>
              <a:rPr sz="1200">
                <a:solidFill>
                  <a:srgbClr val="64748B"/>
                </a:solidFill>
                <a:latin typeface="Lato"/>
              </a:rPr>
              <a:t>ER diagrams</a:t>
            </a:r>
            <a:r>
              <a:rPr lang="en-IN" sz="1200">
                <a:solidFill>
                  <a:srgbClr val="64748B"/>
                </a:solidFill>
                <a:latin typeface="Lato"/>
              </a:rPr>
              <a:t>, </a:t>
            </a:r>
            <a:r>
              <a:rPr sz="1200">
                <a:solidFill>
                  <a:srgbClr val="64748B"/>
                </a:solidFill>
                <a:latin typeface="Lato"/>
              </a:rPr>
              <a:t>system flowcharts</a:t>
            </a:r>
            <a:r>
              <a:rPr lang="en-IN" sz="1200">
                <a:solidFill>
                  <a:srgbClr val="64748B"/>
                </a:solidFill>
                <a:latin typeface="Lato"/>
              </a:rPr>
              <a:t> and also for database architecture</a:t>
            </a:r>
            <a:endParaRPr sz="1200">
              <a:solidFill>
                <a:srgbClr val="64748B"/>
              </a:solidFill>
              <a:latin typeface="Lato"/>
            </a:endParaRPr>
          </a:p>
        </p:txBody>
      </p:sp>
      <p:pic>
        <p:nvPicPr>
          <p:cNvPr id="20" name="Picture 19" descr="image.png"/>
          <p:cNvPicPr>
            <a:picLocks noChangeAspect="1"/>
          </p:cNvPicPr>
          <p:nvPr/>
        </p:nvPicPr>
        <p:blipFill>
          <a:blip r:embed="rId14"/>
          <a:stretch>
            <a:fillRect/>
          </a:stretch>
        </p:blipFill>
        <p:spPr>
          <a:xfrm>
            <a:off x="1338264" y="5457826"/>
            <a:ext cx="200025" cy="266700"/>
          </a:xfrm>
          <a:prstGeom prst="rect">
            <a:avLst/>
          </a:prstGeom>
        </p:spPr>
      </p:pic>
      <p:sp>
        <p:nvSpPr>
          <p:cNvPr id="21" name="TextBox 20"/>
          <p:cNvSpPr txBox="1"/>
          <p:nvPr/>
        </p:nvSpPr>
        <p:spPr>
          <a:xfrm>
            <a:off x="1974769" y="5201712"/>
            <a:ext cx="3290411" cy="242374"/>
          </a:xfrm>
          <a:prstGeom prst="rect">
            <a:avLst/>
          </a:prstGeom>
          <a:noFill/>
        </p:spPr>
        <p:txBody>
          <a:bodyPr wrap="square" lIns="0" tIns="0" rIns="0" bIns="0" anchor="t">
            <a:spAutoFit/>
          </a:bodyPr>
          <a:lstStyle/>
          <a:p>
            <a:pPr algn="l"/>
            <a:r>
              <a:rPr sz="1575">
                <a:solidFill>
                  <a:srgbClr val="0F172A"/>
                </a:solidFill>
                <a:latin typeface="Poppins SemiBold"/>
              </a:rPr>
              <a:t>Microsoft PowerPoint</a:t>
            </a:r>
          </a:p>
        </p:txBody>
      </p:sp>
      <p:sp>
        <p:nvSpPr>
          <p:cNvPr id="22" name="TextBox 21"/>
          <p:cNvSpPr txBox="1"/>
          <p:nvPr/>
        </p:nvSpPr>
        <p:spPr>
          <a:xfrm>
            <a:off x="2009776" y="5565518"/>
            <a:ext cx="3133725"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Project documentation and review presentation</a:t>
            </a:r>
          </a:p>
        </p:txBody>
      </p:sp>
      <p:sp>
        <p:nvSpPr>
          <p:cNvPr id="23" name="TextBox 22"/>
          <p:cNvSpPr txBox="1"/>
          <p:nvPr/>
        </p:nvSpPr>
        <p:spPr>
          <a:xfrm>
            <a:off x="4245769" y="440962"/>
            <a:ext cx="6378689" cy="43871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lIns="0" tIns="0" rIns="0" bIns="0" anchor="ctr">
            <a:spAutoFit/>
          </a:bodyPr>
          <a:lstStyle/>
          <a:p>
            <a:pPr algn="l"/>
            <a:r>
              <a:rPr sz="2851" b="1">
                <a:solidFill>
                  <a:srgbClr val="00B0F0"/>
                </a:solidFill>
                <a:latin typeface="Poppins"/>
              </a:rPr>
              <a:t>Technologies </a:t>
            </a:r>
            <a:r>
              <a:rPr lang="en-US" sz="2851" b="1">
                <a:solidFill>
                  <a:srgbClr val="00B0F0"/>
                </a:solidFill>
                <a:latin typeface="Poppins"/>
              </a:rPr>
              <a:t>Required</a:t>
            </a:r>
            <a:endParaRPr sz="2851" b="1">
              <a:solidFill>
                <a:srgbClr val="00B0F0"/>
              </a:solidFill>
              <a:latin typeface="Poppins"/>
            </a:endParaRPr>
          </a:p>
        </p:txBody>
      </p:sp>
      <p:sp>
        <p:nvSpPr>
          <p:cNvPr id="24" name="Rectangle 23"/>
          <p:cNvSpPr/>
          <p:nvPr/>
        </p:nvSpPr>
        <p:spPr>
          <a:xfrm>
            <a:off x="571501" y="1019175"/>
            <a:ext cx="7348537" cy="1905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a:extLst>
              <a:ext uri="{FF2B5EF4-FFF2-40B4-BE49-F238E27FC236}">
                <a16:creationId xmlns:a16="http://schemas.microsoft.com/office/drawing/2014/main" id="{FC9DFBD0-28F2-225A-1A69-CEAE60726C20}"/>
              </a:ext>
            </a:extLst>
          </p:cNvPr>
          <p:cNvPicPr>
            <a:picLocks noChangeAspect="1"/>
          </p:cNvPicPr>
          <p:nvPr/>
        </p:nvPicPr>
        <p:blipFill>
          <a:blip r:embed="rId15"/>
          <a:stretch>
            <a:fillRect/>
          </a:stretch>
        </p:blipFill>
        <p:spPr>
          <a:xfrm>
            <a:off x="200243" y="185677"/>
            <a:ext cx="1330948" cy="40561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23B06C-D600-150C-4360-B3344546B56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75816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BC8A29-F9B7-0381-4B80-16A2B449FF7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21594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435B0DC78564F4B82DD69BBEBAF973E" ma:contentTypeVersion="1" ma:contentTypeDescription="Create a new document." ma:contentTypeScope="" ma:versionID="24ff1e9be0e85f9053aefc111b4d51d9">
  <xsd:schema xmlns:xsd="http://www.w3.org/2001/XMLSchema" xmlns:xs="http://www.w3.org/2001/XMLSchema" xmlns:p="http://schemas.microsoft.com/office/2006/metadata/properties" xmlns:ns3="9caa4048-c9c6-4c47-96b3-20bff02eeac6" targetNamespace="http://schemas.microsoft.com/office/2006/metadata/properties" ma:root="true" ma:fieldsID="79464d5b43391a786548ac80b624020f" ns3:_="">
    <xsd:import namespace="9caa4048-c9c6-4c47-96b3-20bff02eeac6"/>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aa4048-c9c6-4c47-96b3-20bff02eeac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284850-BC48-4305-8CDB-BF2C7AAB604C}">
  <ds:schemaRefs>
    <ds:schemaRef ds:uri="http://schemas.microsoft.com/office/2006/metadata/properties"/>
    <ds:schemaRef ds:uri="http://www.w3.org/2000/xmlns/"/>
  </ds:schemaRefs>
</ds:datastoreItem>
</file>

<file path=customXml/itemProps2.xml><?xml version="1.0" encoding="utf-8"?>
<ds:datastoreItem xmlns:ds="http://schemas.openxmlformats.org/officeDocument/2006/customXml" ds:itemID="{7F858A6B-A9D7-478F-846F-63EED40A5874}">
  <ds:schemaRefs>
    <ds:schemaRef ds:uri="http://schemas.microsoft.com/office/2006/metadata/contentType"/>
    <ds:schemaRef ds:uri="http://schemas.microsoft.com/office/2006/metadata/properties/metaAttributes"/>
    <ds:schemaRef ds:uri="http://www.w3.org/2000/xmlns/"/>
    <ds:schemaRef ds:uri="http://www.w3.org/2001/XMLSchema"/>
    <ds:schemaRef ds:uri="9caa4048-c9c6-4c47-96b3-20bff02eeac6"/>
  </ds:schemaRefs>
</ds:datastoreItem>
</file>

<file path=customXml/itemProps3.xml><?xml version="1.0" encoding="utf-8"?>
<ds:datastoreItem xmlns:ds="http://schemas.openxmlformats.org/officeDocument/2006/customXml" ds:itemID="{666320C6-3B16-4829-8787-72BF3FCCC0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Bank-Account-Management-System</Template>
  <TotalTime>7</TotalTime>
  <Words>419</Words>
  <Application>Microsoft Office PowerPoint</Application>
  <PresentationFormat>Widescreen</PresentationFormat>
  <Paragraphs>98</Paragraphs>
  <Slides>20</Slides>
  <Notes>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chebrolu mounika</dc:creator>
  <cp:lastModifiedBy>26B21AI061</cp:lastModifiedBy>
  <cp:revision>3</cp:revision>
  <dcterms:created xsi:type="dcterms:W3CDTF">2026-08-09T15:30:17Z</dcterms:created>
  <dcterms:modified xsi:type="dcterms:W3CDTF">2026-10-11T06:02:10Z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0x010100B435B0DC78564F4B82DD69BBEBAF973E</vt:lpwstr>
  </property>
</Properties>
</file>